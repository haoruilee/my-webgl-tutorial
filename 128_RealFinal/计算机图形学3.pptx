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39" r:id="rId2"/>
    <p:sldId id="315" r:id="rId3"/>
    <p:sldId id="335" r:id="rId4"/>
    <p:sldId id="280" r:id="rId5"/>
    <p:sldId id="336" r:id="rId6"/>
    <p:sldId id="337" r:id="rId7"/>
    <p:sldId id="338" r:id="rId8"/>
    <p:sldId id="340" r:id="rId9"/>
    <p:sldId id="324" r:id="rId10"/>
    <p:sldId id="325" r:id="rId11"/>
    <p:sldId id="326" r:id="rId12"/>
    <p:sldId id="341" r:id="rId13"/>
    <p:sldId id="272" r:id="rId14"/>
    <p:sldId id="275" r:id="rId15"/>
    <p:sldId id="265" r:id="rId16"/>
    <p:sldId id="342" r:id="rId17"/>
    <p:sldId id="343" r:id="rId1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E144D"/>
    <a:srgbClr val="006600"/>
    <a:srgbClr val="E5A005"/>
    <a:srgbClr val="58DAE4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1" autoAdjust="0"/>
    <p:restoredTop sz="83271" autoAdjust="0"/>
  </p:normalViewPr>
  <p:slideViewPr>
    <p:cSldViewPr snapToGrid="0">
      <p:cViewPr varScale="1">
        <p:scale>
          <a:sx n="56" d="100"/>
          <a:sy n="56" d="100"/>
        </p:scale>
        <p:origin x="992" y="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EF812-AB1D-432F-9503-617258D435B0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27DED-A079-453E-BFFE-47DF1A111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237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63f3208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63f3208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00" dirty="0"/>
              <a:t>大家好，我是李浩瑞，我们的团队成员有姚杳和石知一，石知一他生病住院了今天没有来。我们讲的主体是：丧尸危机</a:t>
            </a:r>
            <a:endParaRPr lang="en-US" altLang="zh-CN" sz="800" dirty="0"/>
          </a:p>
        </p:txBody>
      </p:sp>
    </p:spTree>
    <p:extLst>
      <p:ext uri="{BB962C8B-B14F-4D97-AF65-F5344CB8AC3E}">
        <p14:creationId xmlns:p14="http://schemas.microsoft.com/office/powerpoint/2010/main" val="2454702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63f3208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63f3208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首先介绍这次作业我们要处理什么样的任务，以及我们找到了哪些学习资源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3609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63f3208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63f3208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00" dirty="0"/>
              <a:t>对任务分条看一看，可以发现主要的功能在上次课的时候基本实现了，这次是再往前一小步。</a:t>
            </a:r>
            <a:endParaRPr lang="en-US" altLang="zh-CN" sz="800" dirty="0"/>
          </a:p>
        </p:txBody>
      </p:sp>
    </p:spTree>
    <p:extLst>
      <p:ext uri="{BB962C8B-B14F-4D97-AF65-F5344CB8AC3E}">
        <p14:creationId xmlns:p14="http://schemas.microsoft.com/office/powerpoint/2010/main" val="3468708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63f3208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63f3208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00" dirty="0"/>
              <a:t>对于我们来说：</a:t>
            </a:r>
            <a:endParaRPr lang="en-US" altLang="zh-CN" sz="8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63f3208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63f3208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00" dirty="0"/>
              <a:t>这里介绍两个非常有用的网站，左侧这个更加侧重于理论，右边更侧重于代码实现，两个结合真的学到很多。</a:t>
            </a:r>
            <a:endParaRPr lang="en-US" altLang="zh-CN" sz="800" dirty="0"/>
          </a:p>
        </p:txBody>
      </p:sp>
    </p:spTree>
    <p:extLst>
      <p:ext uri="{BB962C8B-B14F-4D97-AF65-F5344CB8AC3E}">
        <p14:creationId xmlns:p14="http://schemas.microsoft.com/office/powerpoint/2010/main" val="2525437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63f3208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63f3208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800" dirty="0"/>
          </a:p>
        </p:txBody>
      </p:sp>
    </p:spTree>
    <p:extLst>
      <p:ext uri="{BB962C8B-B14F-4D97-AF65-F5344CB8AC3E}">
        <p14:creationId xmlns:p14="http://schemas.microsoft.com/office/powerpoint/2010/main" val="3464134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第二点、由入门到探索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059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22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在处理的过程中最痛苦的就是编写法向量，想到的是使用叉乘计算，这个也是我在网上看了无数的开源代码找到的最聪明的做法。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048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要求中有一条要求是两种以上材质，在</a:t>
            </a:r>
            <a:r>
              <a:rPr lang="en-US" altLang="zh-CN" dirty="0" err="1"/>
              <a:t>learningwebgl</a:t>
            </a:r>
            <a:r>
              <a:rPr lang="zh-CN" altLang="en-US" dirty="0"/>
              <a:t>里公开了一些，据说是专业仪器测量得到的系数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971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最后是实现一个小动画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79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两问在实现的时候可以感觉到明显的不同，相机光源有自己的矩阵，模型本身也有自己的一系列矩阵。但在原理上场景漫游是很依赖于对象变换的，因为我们知道相机实际上是固定在原点，而视图矩阵是将所有物体以相反于相机的方向运动。光源位置的改变就区别很明显了，位置改变会导致所有法向量跟光照方向的乘积改变。最后这条是顶点明暗在精细模型上会有一丝丝不同，可能棱角分明一些。这张图是来自右边的这本书，专门讲</a:t>
            </a:r>
            <a:r>
              <a:rPr lang="en-US" altLang="zh-CN" dirty="0"/>
              <a:t>shader</a:t>
            </a:r>
            <a:r>
              <a:rPr lang="zh-CN" altLang="en-US" dirty="0"/>
              <a:t>的，中国有很多翻译本可以查。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913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第三点、未来的展望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634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在静态绘制卡通图像的同时，我们小组也在思考，能否让</a:t>
            </a:r>
            <a:r>
              <a:rPr lang="en-US" altLang="zh-CN" dirty="0" err="1"/>
              <a:t>steve</a:t>
            </a:r>
            <a:r>
              <a:rPr lang="zh-CN" altLang="en-US" dirty="0"/>
              <a:t>动起来？也希望在今后的代码完善中能达到这样的效果。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27DED-A079-453E-BFFE-47DF1A111A0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943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487D82-DC15-4DAF-9473-AE409C3C66AC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5BF6B0-C36D-440A-AD73-8EA29B3AD3F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24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3E633-DA8D-45BD-BC9A-04E45D2C019B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E4A618-61C9-49C1-A3C9-29A45E88B31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81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FB35C-B86F-4BDB-A079-44ED41335422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E75EB9-49F0-4BBF-BA28-AA908F89840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39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D6376-160D-4AEA-AC14-070477CF4BC3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E1223B-D890-4086-8EC5-4FBB4364CB9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592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250A37-0D22-462D-AF85-780BECE159D6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F252F-97FB-4BDF-BACF-5F3A1DF246E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241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6F493-E3D6-46AF-B926-F37E75702836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6E9EF2-46A6-4F17-8E10-E3D5A351CB1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608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49758-5C85-44A3-957A-2EE638D4DF33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84C05-291F-46AC-B95A-71A166EF433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577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DA79DE-BA96-4B0C-882E-5B89DD92A8D0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1E992-BA08-4FDC-B07E-5A72046FC90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22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FD8063-8872-42F0-AB79-93CDABF58442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EC4857-3159-41A9-847C-7C628F77ABC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30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C2C74-C57A-4DFC-9881-19A3D43FE2AA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D2796B-2535-436B-ACF0-8B29EEF5AFB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467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60D41-4B2C-4357-A9CD-F9FF62C46D96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A11CE-5AEE-446C-B6DA-C72C345A6F9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169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72DA2-C517-4C49-A873-2C3C8536EB06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146F6-DB71-47B9-B06E-D2B6DF83458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406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43;p6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44" name="Google Shape;44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1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200" cy="2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2133"/>
              </a:spcBef>
              <a:spcAft>
                <a:spcPts val="2133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GB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29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微软雅黑" panose="020B0503020204020204" pitchFamily="34" charset="-122"/>
              </a:rPr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B5F0D00-5915-4B58-B58F-71E6A672182D}" type="datetime1">
              <a:rPr lang="zh-CN" altLang="en-US"/>
              <a:pPr>
                <a:defRPr/>
              </a:pPr>
              <a:t>2020/12/8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157F79F-83AC-407A-ADE4-B906204BFF6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3" r:id="rId13"/>
  </p:sldLayoutIdLst>
  <p:hf sldNum="0" hdr="0" ftr="0"/>
  <p:txStyles>
    <p:titleStyle>
      <a:lvl1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微软雅黑" panose="020B0503020204020204" pitchFamily="34" charset="-122"/>
        </a:defRPr>
      </a:lvl1pPr>
      <a:lvl2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2pPr>
      <a:lvl3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3pPr>
      <a:lvl4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4pPr>
      <a:lvl5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earnwebgl.brown37.net/10_surface_properties/surface_properties_color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hyperlink" Target="https://blog.csdn.net/soilwork/article/details/1482661" TargetMode="Externa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59B606-6507-44DD-A21B-C7C515B28F3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87" b="1122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标题 2">
            <a:extLst>
              <a:ext uri="{FF2B5EF4-FFF2-40B4-BE49-F238E27FC236}">
                <a16:creationId xmlns:a16="http://schemas.microsoft.com/office/drawing/2014/main" id="{55F822CA-9690-436C-9D2E-3C7E9EA49310}"/>
              </a:ext>
            </a:extLst>
          </p:cNvPr>
          <p:cNvSpPr txBox="1">
            <a:spLocks/>
          </p:cNvSpPr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 panose="020B0503030101060003"/>
              <a:buNone/>
              <a:defRPr sz="2800" b="1" i="0" u="none" strike="noStrike" cap="none">
                <a:solidFill>
                  <a:srgbClr val="000000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4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WebGL</a:t>
            </a:r>
            <a:r>
              <a:rPr lang="zh-CN" altLang="en-US" sz="4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的</a:t>
            </a:r>
            <a:endParaRPr lang="en-US" altLang="zh-CN" sz="4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4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场景漫游</a:t>
            </a:r>
            <a:endParaRPr lang="en-US" altLang="zh-CN" sz="4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4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明暗处理</a:t>
            </a:r>
            <a:endParaRPr lang="en-US" altLang="zh-CN" sz="4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4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——</a:t>
            </a:r>
            <a:r>
              <a:rPr lang="zh-CN" altLang="en-US" sz="4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丧尸危机！</a:t>
            </a:r>
            <a:endParaRPr lang="en-US" altLang="zh-CN" sz="4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图片 1" descr="彩色校徽">
            <a:extLst>
              <a:ext uri="{FF2B5EF4-FFF2-40B4-BE49-F238E27FC236}">
                <a16:creationId xmlns:a16="http://schemas.microsoft.com/office/drawing/2014/main" id="{DB1A34CD-4F6C-454A-8E0B-9157F132382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1619345" y="91350"/>
            <a:ext cx="444815" cy="46304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F85EB0C-D446-4431-95AB-5B460E9A6E87}"/>
              </a:ext>
            </a:extLst>
          </p:cNvPr>
          <p:cNvSpPr/>
          <p:nvPr/>
        </p:nvSpPr>
        <p:spPr bwMode="auto">
          <a:xfrm>
            <a:off x="460430" y="597766"/>
            <a:ext cx="859329" cy="276257"/>
          </a:xfrm>
          <a:prstGeom prst="rect">
            <a:avLst/>
          </a:prstGeom>
          <a:solidFill>
            <a:srgbClr val="1E144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F3F9D9-0339-46B0-AC5E-13B0ED1BE784}"/>
              </a:ext>
            </a:extLst>
          </p:cNvPr>
          <p:cNvSpPr txBox="1"/>
          <p:nvPr/>
        </p:nvSpPr>
        <p:spPr>
          <a:xfrm>
            <a:off x="426137" y="5760483"/>
            <a:ext cx="4243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团队成员  姚杳 李浩瑞 石知一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663DA2-5988-4A03-A9CB-523D2275F831}"/>
              </a:ext>
            </a:extLst>
          </p:cNvPr>
          <p:cNvSpPr/>
          <p:nvPr/>
        </p:nvSpPr>
        <p:spPr bwMode="auto">
          <a:xfrm>
            <a:off x="348114" y="4445138"/>
            <a:ext cx="4338186" cy="22973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4826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35480" y="39166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10" name="图片 1" descr="彩色校徽">
            <a:extLst>
              <a:ext uri="{FF2B5EF4-FFF2-40B4-BE49-F238E27FC236}">
                <a16:creationId xmlns:a16="http://schemas.microsoft.com/office/drawing/2014/main" id="{DB1A34CD-4F6C-454A-8E0B-9157F132382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1619345" y="91350"/>
            <a:ext cx="444815" cy="463044"/>
          </a:xfrm>
          <a:prstGeom prst="rect">
            <a:avLst/>
          </a:prstGeom>
        </p:spPr>
      </p:pic>
      <p:sp>
        <p:nvSpPr>
          <p:cNvPr id="15" name="Google Shape;92;p14">
            <a:extLst>
              <a:ext uri="{FF2B5EF4-FFF2-40B4-BE49-F238E27FC236}">
                <a16:creationId xmlns:a16="http://schemas.microsoft.com/office/drawing/2014/main" id="{BC5AA93B-E795-421D-B2BE-A556F83470CF}"/>
              </a:ext>
            </a:extLst>
          </p:cNvPr>
          <p:cNvSpPr txBox="1">
            <a:spLocks/>
          </p:cNvSpPr>
          <p:nvPr/>
        </p:nvSpPr>
        <p:spPr>
          <a:xfrm>
            <a:off x="-184642" y="3039150"/>
            <a:ext cx="12561283" cy="7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 sz="2600" b="1" i="0" u="none" strike="noStrike" cap="none">
                <a:solidFill>
                  <a:schemeClr val="dk2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9pPr>
          </a:lstStyle>
          <a:p>
            <a:pPr algn="ctr"/>
            <a:r>
              <a:rPr lang="zh-CN" altLang="en-US" sz="7200" dirty="0">
                <a:solidFill>
                  <a:schemeClr val="bg1"/>
                </a:solidFill>
              </a:rPr>
              <a:t>一、任务与资源</a:t>
            </a:r>
            <a:endParaRPr lang="en-GB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784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262920" y="745340"/>
            <a:ext cx="7852379" cy="18420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/>
            <a:r>
              <a:rPr lang="zh-CN" altLang="en-US" b="1" dirty="0">
                <a:solidFill>
                  <a:schemeClr val="bg1"/>
                </a:solidFill>
              </a:rPr>
              <a:t>任务分解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10" name="图片 1" descr="彩色校徽">
            <a:extLst>
              <a:ext uri="{FF2B5EF4-FFF2-40B4-BE49-F238E27FC236}">
                <a16:creationId xmlns:a16="http://schemas.microsoft.com/office/drawing/2014/main" id="{DB1A34CD-4F6C-454A-8E0B-9157F132382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1619345" y="91350"/>
            <a:ext cx="444815" cy="46304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A3981DC-95B9-4D4B-9E09-548CD833B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022" y="1768914"/>
            <a:ext cx="7182219" cy="4559534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A653331-6C23-4574-A96C-772EC4ECAD35}"/>
              </a:ext>
            </a:extLst>
          </p:cNvPr>
          <p:cNvCxnSpPr>
            <a:cxnSpLocks/>
          </p:cNvCxnSpPr>
          <p:nvPr/>
        </p:nvCxnSpPr>
        <p:spPr bwMode="auto">
          <a:xfrm flipV="1">
            <a:off x="4354830" y="2321853"/>
            <a:ext cx="3642360" cy="855687"/>
          </a:xfrm>
          <a:prstGeom prst="straightConnector1">
            <a:avLst/>
          </a:prstGeom>
          <a:ln>
            <a:headEnd type="triangle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0DF023C-3883-47C0-BC46-681A2157092C}"/>
              </a:ext>
            </a:extLst>
          </p:cNvPr>
          <p:cNvSpPr txBox="1"/>
          <p:nvPr/>
        </p:nvSpPr>
        <p:spPr>
          <a:xfrm>
            <a:off x="8263890" y="1804154"/>
            <a:ext cx="31373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画一个组合对象（√）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r>
              <a:rPr lang="zh-CN" altLang="en-US" sz="2400" b="1" dirty="0">
                <a:solidFill>
                  <a:schemeClr val="bg1"/>
                </a:solidFill>
              </a:rPr>
              <a:t>多画几个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3978DE5-C776-4E27-B7D7-A94DECF0A754}"/>
              </a:ext>
            </a:extLst>
          </p:cNvPr>
          <p:cNvCxnSpPr/>
          <p:nvPr/>
        </p:nvCxnSpPr>
        <p:spPr bwMode="auto">
          <a:xfrm>
            <a:off x="6923742" y="3613219"/>
            <a:ext cx="1477307" cy="0"/>
          </a:xfrm>
          <a:prstGeom prst="straightConnector1">
            <a:avLst/>
          </a:prstGeom>
          <a:ln>
            <a:headEnd type="triangle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85ADEB3-9B9A-4A00-97A7-62F993FC9359}"/>
              </a:ext>
            </a:extLst>
          </p:cNvPr>
          <p:cNvSpPr txBox="1"/>
          <p:nvPr/>
        </p:nvSpPr>
        <p:spPr>
          <a:xfrm>
            <a:off x="8419730" y="3177540"/>
            <a:ext cx="29690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明暗（√）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r>
              <a:rPr lang="zh-CN" altLang="en-US" sz="2400" b="1" dirty="0">
                <a:solidFill>
                  <a:schemeClr val="bg1"/>
                </a:solidFill>
              </a:rPr>
              <a:t>设计光的位置和属性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r>
              <a:rPr lang="zh-CN" altLang="en-US" sz="2400" b="1" dirty="0">
                <a:solidFill>
                  <a:schemeClr val="bg1"/>
                </a:solidFill>
              </a:rPr>
              <a:t>计算法向量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49ED8A2-CB52-4788-9683-14BD0A0A90C4}"/>
              </a:ext>
            </a:extLst>
          </p:cNvPr>
          <p:cNvCxnSpPr>
            <a:cxnSpLocks/>
          </p:cNvCxnSpPr>
          <p:nvPr/>
        </p:nvCxnSpPr>
        <p:spPr bwMode="auto">
          <a:xfrm>
            <a:off x="3691890" y="4343400"/>
            <a:ext cx="4119095" cy="948690"/>
          </a:xfrm>
          <a:prstGeom prst="straightConnector1">
            <a:avLst/>
          </a:prstGeom>
          <a:ln>
            <a:headEnd type="triangle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E85AB68-BDC4-4F64-8331-DA776B4E5AE2}"/>
              </a:ext>
            </a:extLst>
          </p:cNvPr>
          <p:cNvSpPr txBox="1"/>
          <p:nvPr/>
        </p:nvSpPr>
        <p:spPr>
          <a:xfrm>
            <a:off x="7997190" y="5007233"/>
            <a:ext cx="28280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改变相机视点（√）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r>
              <a:rPr lang="zh-CN" altLang="en-US" sz="2400" b="1" dirty="0">
                <a:solidFill>
                  <a:schemeClr val="bg1"/>
                </a:solidFill>
              </a:rPr>
              <a:t>相机的全场景漫游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B59973-56DA-41D5-AE8E-9198538D6461}"/>
              </a:ext>
            </a:extLst>
          </p:cNvPr>
          <p:cNvSpPr/>
          <p:nvPr/>
        </p:nvSpPr>
        <p:spPr bwMode="auto">
          <a:xfrm>
            <a:off x="2091690" y="3053890"/>
            <a:ext cx="1108710" cy="411480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9439BAC-E60D-4ED8-99F6-CE7350BE0DD0}"/>
              </a:ext>
            </a:extLst>
          </p:cNvPr>
          <p:cNvSpPr/>
          <p:nvPr/>
        </p:nvSpPr>
        <p:spPr bwMode="auto">
          <a:xfrm>
            <a:off x="4725215" y="3429000"/>
            <a:ext cx="650538" cy="478712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64ADFB-F0AD-4E3B-A329-4DC97A3FADB6}"/>
              </a:ext>
            </a:extLst>
          </p:cNvPr>
          <p:cNvSpPr/>
          <p:nvPr/>
        </p:nvSpPr>
        <p:spPr bwMode="auto">
          <a:xfrm>
            <a:off x="5499208" y="3420031"/>
            <a:ext cx="1108709" cy="478712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517355-2CF9-431F-B3C2-F35DBFECA0CA}"/>
              </a:ext>
            </a:extLst>
          </p:cNvPr>
          <p:cNvSpPr/>
          <p:nvPr/>
        </p:nvSpPr>
        <p:spPr bwMode="auto">
          <a:xfrm>
            <a:off x="1376788" y="4010232"/>
            <a:ext cx="1108709" cy="478712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868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262920" y="745340"/>
            <a:ext cx="7852379" cy="18420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/>
            <a:r>
              <a:rPr lang="zh-CN" altLang="en-US" b="1" dirty="0">
                <a:solidFill>
                  <a:schemeClr val="bg1"/>
                </a:solidFill>
              </a:rPr>
              <a:t>没有困难的任务，只有勇敢的码农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10" name="图片 1" descr="彩色校徽">
            <a:extLst>
              <a:ext uri="{FF2B5EF4-FFF2-40B4-BE49-F238E27FC236}">
                <a16:creationId xmlns:a16="http://schemas.microsoft.com/office/drawing/2014/main" id="{DB1A34CD-4F6C-454A-8E0B-9157F132382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1619345" y="91350"/>
            <a:ext cx="444815" cy="4630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CA7F3DA-7705-4C59-87DC-89C54607A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0731" y="924454"/>
            <a:ext cx="3756819" cy="5009092"/>
          </a:xfrm>
          <a:prstGeom prst="rect">
            <a:avLst/>
          </a:prstGeom>
        </p:spPr>
      </p:pic>
      <p:sp>
        <p:nvSpPr>
          <p:cNvPr id="14" name="文本框 93">
            <a:extLst>
              <a:ext uri="{FF2B5EF4-FFF2-40B4-BE49-F238E27FC236}">
                <a16:creationId xmlns:a16="http://schemas.microsoft.com/office/drawing/2014/main" id="{6B060497-F087-45D6-9B36-3153C7ADC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99" y="6078280"/>
            <a:ext cx="63280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个人工作时长记录</a:t>
            </a:r>
          </a:p>
        </p:txBody>
      </p:sp>
      <p:sp>
        <p:nvSpPr>
          <p:cNvPr id="15" name="文本框 93">
            <a:extLst>
              <a:ext uri="{FF2B5EF4-FFF2-40B4-BE49-F238E27FC236}">
                <a16:creationId xmlns:a16="http://schemas.microsoft.com/office/drawing/2014/main" id="{91393F17-85A2-48ED-AA5F-F207F163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0249" y="6078280"/>
            <a:ext cx="63280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带病工作的组员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E92217-6320-4400-B59B-8193B75E92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411" y="2407943"/>
            <a:ext cx="7243395" cy="359797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262920" y="745340"/>
            <a:ext cx="7852379" cy="18420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/>
            <a:r>
              <a:rPr lang="zh-CN" altLang="en-US" b="1" dirty="0">
                <a:solidFill>
                  <a:schemeClr val="bg1"/>
                </a:solidFill>
              </a:rPr>
              <a:t>学习资源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10" name="图片 1" descr="彩色校徽">
            <a:extLst>
              <a:ext uri="{FF2B5EF4-FFF2-40B4-BE49-F238E27FC236}">
                <a16:creationId xmlns:a16="http://schemas.microsoft.com/office/drawing/2014/main" id="{DB1A34CD-4F6C-454A-8E0B-9157F132382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1619345" y="91350"/>
            <a:ext cx="444815" cy="46304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98FD688-3BFD-4034-90CC-734BA33ECBB0}"/>
              </a:ext>
            </a:extLst>
          </p:cNvPr>
          <p:cNvSpPr txBox="1"/>
          <p:nvPr/>
        </p:nvSpPr>
        <p:spPr>
          <a:xfrm>
            <a:off x="420285" y="5589440"/>
            <a:ext cx="5376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http://learnwebgl.brown37.net/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96728F-93A3-4BEF-97A9-7DD1416FED64}"/>
              </a:ext>
            </a:extLst>
          </p:cNvPr>
          <p:cNvSpPr txBox="1"/>
          <p:nvPr/>
        </p:nvSpPr>
        <p:spPr>
          <a:xfrm>
            <a:off x="6674143" y="5589440"/>
            <a:ext cx="55178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https://webglfundamentals.org/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81BFA2-FD71-4787-98C0-AAF2DD6A0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604" y="2088859"/>
            <a:ext cx="5550556" cy="34539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EFF32DB-D5DB-4D6A-B22E-951F1C918D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920" y="2088859"/>
            <a:ext cx="5691525" cy="341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55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C5F5D0F-00C7-4591-90DE-0FEA4992D2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587" b="1122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spcFirstLastPara="1"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0" indent="0" eaLnBrk="1" hangingPunct="1">
              <a:spcBef>
                <a:spcPct val="0"/>
              </a:spcBef>
            </a:pPr>
            <a:r>
              <a:rPr lang="zh-CN" altLang="en-US" sz="4800" b="1">
                <a:solidFill>
                  <a:schemeClr val="tx1"/>
                </a:solidFill>
              </a:rPr>
              <a:t>效果展示</a:t>
            </a:r>
            <a:endParaRPr lang="en-US" sz="4800" b="1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图片 1" descr="彩色校徽">
            <a:extLst>
              <a:ext uri="{FF2B5EF4-FFF2-40B4-BE49-F238E27FC236}">
                <a16:creationId xmlns:a16="http://schemas.microsoft.com/office/drawing/2014/main" id="{DB1A34CD-4F6C-454A-8E0B-9157F132382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1619345" y="91350"/>
            <a:ext cx="444815" cy="46304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F85EB0C-D446-4431-95AB-5B460E9A6E87}"/>
              </a:ext>
            </a:extLst>
          </p:cNvPr>
          <p:cNvSpPr/>
          <p:nvPr/>
        </p:nvSpPr>
        <p:spPr bwMode="auto">
          <a:xfrm>
            <a:off x="460430" y="597766"/>
            <a:ext cx="859329" cy="276257"/>
          </a:xfrm>
          <a:prstGeom prst="rect">
            <a:avLst/>
          </a:prstGeom>
          <a:solidFill>
            <a:srgbClr val="1E144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8085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93">
            <a:extLst>
              <a:ext uri="{FF2B5EF4-FFF2-40B4-BE49-F238E27FC236}">
                <a16:creationId xmlns:a16="http://schemas.microsoft.com/office/drawing/2014/main" id="{816FFDEE-36CF-4143-9672-A21971A9F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2921168"/>
            <a:ext cx="1009269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60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二、实现关键和踩坑记录</a:t>
            </a:r>
            <a:endParaRPr lang="en-US" altLang="zh-CN" sz="6000" b="1" dirty="0">
              <a:solidFill>
                <a:schemeClr val="bg1"/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1830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6860" y="579872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2.1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光照原理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58EBF39-2597-413B-8E32-8D5A7819F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87" y="1565911"/>
            <a:ext cx="5022332" cy="433778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FD1F892-E6A4-4FF0-B913-5110E4C66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8180" y="1761440"/>
            <a:ext cx="1593932" cy="19177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670AB03-DB22-4699-8937-082D49DCC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4969" y="3679239"/>
            <a:ext cx="2000353" cy="2095608"/>
          </a:xfrm>
          <a:prstGeom prst="rect">
            <a:avLst/>
          </a:prstGeom>
        </p:spPr>
      </p:pic>
      <p:sp>
        <p:nvSpPr>
          <p:cNvPr id="9" name="文本框 93">
            <a:extLst>
              <a:ext uri="{FF2B5EF4-FFF2-40B4-BE49-F238E27FC236}">
                <a16:creationId xmlns:a16="http://schemas.microsoft.com/office/drawing/2014/main" id="{7B827A8B-1350-4EBD-B213-20ACB196B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102" y="2102107"/>
            <a:ext cx="3562877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●</a:t>
            </a:r>
            <a:r>
              <a:rPr lang="zh-CN" altLang="en-US" sz="28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利用光线方向与物体法向量</a:t>
            </a:r>
            <a:r>
              <a:rPr lang="en-US" altLang="zh-CN" sz="2800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:</a:t>
            </a:r>
          </a:p>
          <a:p>
            <a:pPr eaLnBrk="1" hangingPunct="1"/>
            <a:endParaRPr lang="en-US" altLang="zh-CN" sz="2800" dirty="0">
              <a:solidFill>
                <a:srgbClr val="E5A005"/>
              </a:solidFill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eaLnBrk="1" hangingPunct="1"/>
            <a:r>
              <a:rPr lang="zh-CN" altLang="en-US" sz="2800" dirty="0"/>
              <a:t>如果两点方向刚好相反，点乘结果则为 </a:t>
            </a:r>
            <a:r>
              <a:rPr lang="en-US" altLang="zh-CN" sz="2800" dirty="0"/>
              <a:t>-1</a:t>
            </a:r>
            <a:r>
              <a:rPr lang="zh-CN" altLang="en-US" sz="2800" dirty="0"/>
              <a:t>。 如果方向相同结果为 </a:t>
            </a:r>
            <a:r>
              <a:rPr lang="en-US" altLang="zh-CN" sz="2800" dirty="0"/>
              <a:t>1</a:t>
            </a:r>
            <a:r>
              <a:rPr lang="zh-CN" altLang="en-US" sz="2800" dirty="0"/>
              <a:t>。</a:t>
            </a:r>
            <a:endParaRPr lang="zh-CN" altLang="en-US" sz="2800" dirty="0">
              <a:solidFill>
                <a:srgbClr val="E5A005"/>
              </a:solidFill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802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6860" y="579872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2.2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光照实现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A4716924-76A3-4AEF-8311-ACB8AA92C6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89" y="4244460"/>
            <a:ext cx="4269530" cy="461806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4724E93-23A1-423E-824B-732C9C0444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297" y="4410541"/>
            <a:ext cx="4269530" cy="46180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3C3961E-43EF-477D-AD0C-4CB6874A9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13" y="2917731"/>
            <a:ext cx="7508481" cy="1365179"/>
          </a:xfrm>
          <a:prstGeom prst="rect">
            <a:avLst/>
          </a:prstGeom>
        </p:spPr>
      </p:pic>
      <p:sp>
        <p:nvSpPr>
          <p:cNvPr id="12" name="文本框 93">
            <a:extLst>
              <a:ext uri="{FF2B5EF4-FFF2-40B4-BE49-F238E27FC236}">
                <a16:creationId xmlns:a16="http://schemas.microsoft.com/office/drawing/2014/main" id="{B33BCF4D-D33A-4AD5-A80C-F178FD3AF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097" y="4369316"/>
            <a:ext cx="64400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法向量编写非常复杂，使用叉乘计算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C833B36-6138-446B-B1B1-960BC921DF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5883" y="1106040"/>
            <a:ext cx="6819294" cy="2322959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C390604-B2E3-495E-AE06-969F7F220CD1}"/>
              </a:ext>
            </a:extLst>
          </p:cNvPr>
          <p:cNvCxnSpPr>
            <a:cxnSpLocks/>
          </p:cNvCxnSpPr>
          <p:nvPr/>
        </p:nvCxnSpPr>
        <p:spPr bwMode="auto">
          <a:xfrm flipV="1">
            <a:off x="3116454" y="1884865"/>
            <a:ext cx="1589594" cy="771525"/>
          </a:xfrm>
          <a:prstGeom prst="straightConnector1">
            <a:avLst/>
          </a:prstGeom>
          <a:ln>
            <a:headEnd type="triangle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41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34666" y="619203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2.3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设置材质</a:t>
            </a:r>
          </a:p>
        </p:txBody>
      </p:sp>
      <p:sp>
        <p:nvSpPr>
          <p:cNvPr id="7" name="文本框 93">
            <a:extLst>
              <a:ext uri="{FF2B5EF4-FFF2-40B4-BE49-F238E27FC236}">
                <a16:creationId xmlns:a16="http://schemas.microsoft.com/office/drawing/2014/main" id="{CF77BF2F-266E-490E-B6A8-3770FED60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464" y="4757936"/>
            <a:ext cx="1111846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  <a:hlinkClick r:id="rId3"/>
              </a:rPr>
              <a:t>http://learnwebgl.brown37.net/10_surface_properties/surface_properties_color.html</a:t>
            </a:r>
            <a:endParaRPr lang="en-US" altLang="zh-CN" sz="2800" dirty="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eaLnBrk="1" hangingPunct="1"/>
            <a:endParaRPr lang="zh-CN" altLang="en-US" sz="2800" dirty="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E4CB6E-3B86-422A-95CE-2689422D4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03" y="2100063"/>
            <a:ext cx="4885623" cy="245296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1AAEA7C-9352-4060-9A09-FFA752A20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918" y="1485827"/>
            <a:ext cx="6706099" cy="277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4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48866" y="628050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2.4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动画与控制速度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D626D9-08F7-47FF-8E3D-4C66C57E6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845" y="1821734"/>
            <a:ext cx="6410706" cy="3516076"/>
          </a:xfrm>
          <a:prstGeom prst="rect">
            <a:avLst/>
          </a:prstGeom>
        </p:spPr>
      </p:pic>
      <p:sp>
        <p:nvSpPr>
          <p:cNvPr id="10" name="文本框 93">
            <a:extLst>
              <a:ext uri="{FF2B5EF4-FFF2-40B4-BE49-F238E27FC236}">
                <a16:creationId xmlns:a16="http://schemas.microsoft.com/office/drawing/2014/main" id="{C56AA4A9-BEFF-4C60-9098-0E5094605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980" y="3812760"/>
            <a:ext cx="11118466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Calibri" panose="020F0502020204030204" pitchFamily="34" charset="0"/>
                <a:ea typeface="微软雅黑" panose="020B0503020204020204" pitchFamily="34" charset="-122"/>
              </a:rPr>
              <a:t>页面调用</a:t>
            </a:r>
            <a:endParaRPr lang="en-US" altLang="zh-CN" sz="2800" dirty="0"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sz="2800" dirty="0" err="1"/>
              <a:t>requestAnimFrame</a:t>
            </a:r>
            <a:r>
              <a:rPr lang="en-US" altLang="zh-CN" sz="2800" dirty="0"/>
              <a:t>(render);</a:t>
            </a:r>
          </a:p>
          <a:p>
            <a:pPr eaLnBrk="1" hangingPunct="1"/>
            <a:r>
              <a:rPr lang="zh-CN" altLang="en-US" sz="2800" dirty="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可以返回时间，</a:t>
            </a:r>
            <a:endParaRPr lang="en-US" altLang="zh-CN" sz="2800" dirty="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eaLnBrk="1" hangingPunct="1"/>
            <a:r>
              <a:rPr lang="zh-CN" altLang="en-US" sz="2800" dirty="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相减即可得到时间差，</a:t>
            </a:r>
            <a:endParaRPr lang="en-US" altLang="zh-CN" sz="2800" dirty="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eaLnBrk="1" hangingPunct="1"/>
            <a:r>
              <a:rPr lang="zh-CN" altLang="en-US" sz="2800" dirty="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进而使得不同机器上运动速度相同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5D9EA6-DBA7-49D0-B04E-5F7D75E6B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70" y="1925565"/>
            <a:ext cx="4673332" cy="69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32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356823" y="319039"/>
            <a:ext cx="11478354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文本框 93">
            <a:extLst>
              <a:ext uri="{FF2B5EF4-FFF2-40B4-BE49-F238E27FC236}">
                <a16:creationId xmlns:a16="http://schemas.microsoft.com/office/drawing/2014/main" id="{E7ACAE15-F5FF-463A-AD1A-15FB8FA8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00426" y="605190"/>
            <a:ext cx="6328079" cy="6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2.5</a:t>
            </a:r>
            <a:r>
              <a:rPr lang="zh-CN" altLang="en-US" sz="3700" b="1" dirty="0">
                <a:solidFill>
                  <a:srgbClr val="E5A005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思考题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A6A9FD3-A745-4D89-A9E8-735E63805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076" y="924620"/>
            <a:ext cx="3574044" cy="448441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7CE7BEC-B169-4409-903C-F34E833E2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203" y="2963170"/>
            <a:ext cx="5626099" cy="28079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5E0E1E9-A23A-437A-8D32-511501682F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050" y="1266910"/>
            <a:ext cx="5626099" cy="159452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A0749DF-5769-4E34-B956-13285CD11B82}"/>
              </a:ext>
            </a:extLst>
          </p:cNvPr>
          <p:cNvSpPr txBox="1"/>
          <p:nvPr/>
        </p:nvSpPr>
        <p:spPr>
          <a:xfrm>
            <a:off x="1955800" y="5872904"/>
            <a:ext cx="8978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hlinkClick r:id="rId7"/>
              </a:rPr>
              <a:t>https://blog.csdn.net/soilwork/article/details/1482661</a:t>
            </a:r>
            <a:endParaRPr lang="en-US" altLang="zh-CN" sz="28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70134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93">
            <a:extLst>
              <a:ext uri="{FF2B5EF4-FFF2-40B4-BE49-F238E27FC236}">
                <a16:creationId xmlns:a16="http://schemas.microsoft.com/office/drawing/2014/main" id="{5F514A5E-516B-424B-BCFB-A37BF13F4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662" y="2636475"/>
            <a:ext cx="884610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80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三、我们的遗憾</a:t>
            </a:r>
          </a:p>
        </p:txBody>
      </p:sp>
    </p:spTree>
    <p:extLst>
      <p:ext uri="{BB962C8B-B14F-4D97-AF65-F5344CB8AC3E}">
        <p14:creationId xmlns:p14="http://schemas.microsoft.com/office/powerpoint/2010/main" val="198058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93B3511-A797-463B-93FD-F6A0EAF33092}"/>
              </a:ext>
            </a:extLst>
          </p:cNvPr>
          <p:cNvSpPr/>
          <p:nvPr/>
        </p:nvSpPr>
        <p:spPr bwMode="auto">
          <a:xfrm>
            <a:off x="212902" y="329281"/>
            <a:ext cx="11674297" cy="621992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文本框 93">
            <a:extLst>
              <a:ext uri="{FF2B5EF4-FFF2-40B4-BE49-F238E27FC236}">
                <a16:creationId xmlns:a16="http://schemas.microsoft.com/office/drawing/2014/main" id="{E4193A11-F4AE-4AB5-975F-22D6B1C54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0511"/>
            <a:ext cx="884610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7200" b="1" dirty="0">
                <a:solidFill>
                  <a:srgbClr val="0066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跟踪物体的相机？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E53E5CB-158C-46BA-A0D4-345067D5D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255" y="2229200"/>
            <a:ext cx="7006928" cy="3795419"/>
          </a:xfrm>
          <a:prstGeom prst="rect">
            <a:avLst/>
          </a:prstGeom>
        </p:spPr>
      </p:pic>
      <p:sp>
        <p:nvSpPr>
          <p:cNvPr id="7" name="文本框 93">
            <a:extLst>
              <a:ext uri="{FF2B5EF4-FFF2-40B4-BE49-F238E27FC236}">
                <a16:creationId xmlns:a16="http://schemas.microsoft.com/office/drawing/2014/main" id="{01852000-1A3A-43E0-9DDE-F12D1636D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33" y="3439241"/>
            <a:ext cx="111184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相机绑定在物体身上</a:t>
            </a:r>
            <a:endParaRPr lang="en-US" altLang="zh-CN" sz="2800" dirty="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eaLnBrk="1" hangingPunct="1"/>
            <a:r>
              <a:rPr lang="zh-CN" altLang="en-US" sz="2800" dirty="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获得更加沉浸的体验</a:t>
            </a:r>
          </a:p>
        </p:txBody>
      </p:sp>
    </p:spTree>
    <p:extLst>
      <p:ext uri="{BB962C8B-B14F-4D97-AF65-F5344CB8AC3E}">
        <p14:creationId xmlns:p14="http://schemas.microsoft.com/office/powerpoint/2010/main" val="99505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3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8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28"/>
          <p:cNvGrpSpPr>
            <a:grpSpLocks/>
          </p:cNvGrpSpPr>
          <p:nvPr/>
        </p:nvGrpSpPr>
        <p:grpSpPr bwMode="auto">
          <a:xfrm>
            <a:off x="5308600" y="5815013"/>
            <a:ext cx="1266825" cy="901700"/>
            <a:chOff x="0" y="0"/>
            <a:chExt cx="2756082" cy="1960460"/>
          </a:xfrm>
        </p:grpSpPr>
        <p:grpSp>
          <p:nvGrpSpPr>
            <p:cNvPr id="9263" name="组合 29"/>
            <p:cNvGrpSpPr>
              <a:grpSpLocks/>
            </p:cNvGrpSpPr>
            <p:nvPr/>
          </p:nvGrpSpPr>
          <p:grpSpPr bwMode="auto">
            <a:xfrm>
              <a:off x="1378042" y="1"/>
              <a:ext cx="1378040" cy="1960459"/>
              <a:chOff x="0" y="0"/>
              <a:chExt cx="1378040" cy="1960459"/>
            </a:xfrm>
          </p:grpSpPr>
          <p:sp>
            <p:nvSpPr>
              <p:cNvPr id="9269" name="直角三角形 35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A8D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70" name="组合 36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71" name="直角三角形 37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72" name="等腰三角形 38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9264" name="组合 30"/>
            <p:cNvGrpSpPr>
              <a:grpSpLocks/>
            </p:cNvGrpSpPr>
            <p:nvPr/>
          </p:nvGrpSpPr>
          <p:grpSpPr bwMode="auto">
            <a:xfrm flipH="1">
              <a:off x="0" y="0"/>
              <a:ext cx="1378040" cy="1960459"/>
              <a:chOff x="0" y="0"/>
              <a:chExt cx="1378040" cy="1960459"/>
            </a:xfrm>
          </p:grpSpPr>
          <p:sp>
            <p:nvSpPr>
              <p:cNvPr id="9265" name="直角三角形 31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C4E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66" name="组合 32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67" name="直角三角形 33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68" name="等腰三角形 34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grpSp>
        <p:nvGrpSpPr>
          <p:cNvPr id="9219" name="组合 17"/>
          <p:cNvGrpSpPr>
            <a:grpSpLocks/>
          </p:cNvGrpSpPr>
          <p:nvPr/>
        </p:nvGrpSpPr>
        <p:grpSpPr bwMode="auto">
          <a:xfrm>
            <a:off x="6097588" y="5995988"/>
            <a:ext cx="1004887" cy="714375"/>
            <a:chOff x="0" y="0"/>
            <a:chExt cx="2756082" cy="1960460"/>
          </a:xfrm>
        </p:grpSpPr>
        <p:grpSp>
          <p:nvGrpSpPr>
            <p:cNvPr id="9253" name="组合 18"/>
            <p:cNvGrpSpPr>
              <a:grpSpLocks/>
            </p:cNvGrpSpPr>
            <p:nvPr/>
          </p:nvGrpSpPr>
          <p:grpSpPr bwMode="auto">
            <a:xfrm>
              <a:off x="1378042" y="1"/>
              <a:ext cx="1378040" cy="1960459"/>
              <a:chOff x="0" y="0"/>
              <a:chExt cx="1378040" cy="1960459"/>
            </a:xfrm>
          </p:grpSpPr>
          <p:sp>
            <p:nvSpPr>
              <p:cNvPr id="9259" name="直角三角形 24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A8D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60" name="组合 25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61" name="直角三角形 26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62" name="等腰三角形 27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9254" name="组合 19"/>
            <p:cNvGrpSpPr>
              <a:grpSpLocks/>
            </p:cNvGrpSpPr>
            <p:nvPr/>
          </p:nvGrpSpPr>
          <p:grpSpPr bwMode="auto">
            <a:xfrm flipH="1">
              <a:off x="0" y="0"/>
              <a:ext cx="1378040" cy="1960459"/>
              <a:chOff x="0" y="0"/>
              <a:chExt cx="1378040" cy="1960459"/>
            </a:xfrm>
          </p:grpSpPr>
          <p:sp>
            <p:nvSpPr>
              <p:cNvPr id="9255" name="直角三角形 20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C4E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56" name="组合 21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57" name="直角三角形 22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58" name="等腰三角形 23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grpSp>
        <p:nvGrpSpPr>
          <p:cNvPr id="9220" name="组合 16"/>
          <p:cNvGrpSpPr>
            <a:grpSpLocks/>
          </p:cNvGrpSpPr>
          <p:nvPr/>
        </p:nvGrpSpPr>
        <p:grpSpPr bwMode="auto">
          <a:xfrm>
            <a:off x="2854325" y="5370513"/>
            <a:ext cx="1004888" cy="714375"/>
            <a:chOff x="0" y="0"/>
            <a:chExt cx="2756082" cy="1960460"/>
          </a:xfrm>
        </p:grpSpPr>
        <p:grpSp>
          <p:nvGrpSpPr>
            <p:cNvPr id="9243" name="组合 9"/>
            <p:cNvGrpSpPr>
              <a:grpSpLocks/>
            </p:cNvGrpSpPr>
            <p:nvPr/>
          </p:nvGrpSpPr>
          <p:grpSpPr bwMode="auto">
            <a:xfrm>
              <a:off x="1378042" y="1"/>
              <a:ext cx="1378040" cy="1960459"/>
              <a:chOff x="0" y="0"/>
              <a:chExt cx="1378040" cy="1960459"/>
            </a:xfrm>
          </p:grpSpPr>
          <p:sp>
            <p:nvSpPr>
              <p:cNvPr id="9249" name="直角三角形 4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A8D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50" name="组合 8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51" name="直角三角形 7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52" name="等腰三角形 5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9244" name="组合 10"/>
            <p:cNvGrpSpPr>
              <a:grpSpLocks/>
            </p:cNvGrpSpPr>
            <p:nvPr/>
          </p:nvGrpSpPr>
          <p:grpSpPr bwMode="auto">
            <a:xfrm flipH="1">
              <a:off x="0" y="0"/>
              <a:ext cx="1378040" cy="1960459"/>
              <a:chOff x="0" y="0"/>
              <a:chExt cx="1378040" cy="1960459"/>
            </a:xfrm>
          </p:grpSpPr>
          <p:sp>
            <p:nvSpPr>
              <p:cNvPr id="9245" name="直角三角形 11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C4E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46" name="组合 12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47" name="直角三角形 13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48" name="等腰三角形 14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sp>
        <p:nvSpPr>
          <p:cNvPr id="9221" name="任意多边形 6"/>
          <p:cNvSpPr>
            <a:spLocks noChangeArrowheads="1"/>
          </p:cNvSpPr>
          <p:nvPr/>
        </p:nvSpPr>
        <p:spPr bwMode="auto">
          <a:xfrm>
            <a:off x="922338" y="5851525"/>
            <a:ext cx="10426700" cy="1006475"/>
          </a:xfrm>
          <a:custGeom>
            <a:avLst/>
            <a:gdLst>
              <a:gd name="T0" fmla="*/ 2073889 w 10426677"/>
              <a:gd name="T1" fmla="*/ 250 h 1006088"/>
              <a:gd name="T2" fmla="*/ 5154721 w 10426677"/>
              <a:gd name="T3" fmla="*/ 717979 h 1006088"/>
              <a:gd name="T4" fmla="*/ 8235552 w 10426677"/>
              <a:gd name="T5" fmla="*/ 295785 h 1006088"/>
              <a:gd name="T6" fmla="*/ 10366620 w 10426677"/>
              <a:gd name="T7" fmla="*/ 946465 h 1006088"/>
              <a:gd name="T8" fmla="*/ 10426700 w 10426677"/>
              <a:gd name="T9" fmla="*/ 1006475 h 1006088"/>
              <a:gd name="T10" fmla="*/ 5066 w 10426677"/>
              <a:gd name="T11" fmla="*/ 1006475 h 1006088"/>
              <a:gd name="T12" fmla="*/ 0 w 10426677"/>
              <a:gd name="T13" fmla="*/ 934681 h 1006088"/>
              <a:gd name="T14" fmla="*/ 2073889 w 10426677"/>
              <a:gd name="T15" fmla="*/ 250 h 10060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426677"/>
              <a:gd name="T25" fmla="*/ 0 h 1006088"/>
              <a:gd name="T26" fmla="*/ 10426677 w 10426677"/>
              <a:gd name="T27" fmla="*/ 1006088 h 10060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426677" h="1006088">
                <a:moveTo>
                  <a:pt x="2073884" y="250"/>
                </a:moveTo>
                <a:cubicBezTo>
                  <a:pt x="2964838" y="19007"/>
                  <a:pt x="4127768" y="668466"/>
                  <a:pt x="5154710" y="717703"/>
                </a:cubicBezTo>
                <a:cubicBezTo>
                  <a:pt x="6181652" y="766940"/>
                  <a:pt x="7410230" y="215954"/>
                  <a:pt x="8235534" y="295671"/>
                </a:cubicBezTo>
                <a:cubicBezTo>
                  <a:pt x="8802931" y="350477"/>
                  <a:pt x="10037462" y="694521"/>
                  <a:pt x="10366597" y="946101"/>
                </a:cubicBezTo>
                <a:lnTo>
                  <a:pt x="10426677" y="1006088"/>
                </a:lnTo>
                <a:lnTo>
                  <a:pt x="5066" y="1006088"/>
                </a:lnTo>
                <a:lnTo>
                  <a:pt x="0" y="934322"/>
                </a:lnTo>
                <a:cubicBezTo>
                  <a:pt x="83306" y="569552"/>
                  <a:pt x="1405669" y="-13818"/>
                  <a:pt x="2073884" y="250"/>
                </a:cubicBezTo>
                <a:close/>
              </a:path>
            </a:pathLst>
          </a:custGeom>
          <a:solidFill>
            <a:srgbClr val="F8E13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9222" name="组合 69"/>
          <p:cNvGrpSpPr>
            <a:grpSpLocks/>
          </p:cNvGrpSpPr>
          <p:nvPr/>
        </p:nvGrpSpPr>
        <p:grpSpPr bwMode="auto">
          <a:xfrm>
            <a:off x="4360862" y="3008313"/>
            <a:ext cx="3470275" cy="798512"/>
            <a:chOff x="0" y="0"/>
            <a:chExt cx="3471766" cy="797568"/>
          </a:xfrm>
        </p:grpSpPr>
        <p:sp>
          <p:nvSpPr>
            <p:cNvPr id="9241" name="圆角矩形 1"/>
            <p:cNvSpPr>
              <a:spLocks noChangeArrowheads="1"/>
            </p:cNvSpPr>
            <p:nvPr/>
          </p:nvSpPr>
          <p:spPr bwMode="auto">
            <a:xfrm>
              <a:off x="0" y="0"/>
              <a:ext cx="3471766" cy="797568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42" name="文本框 2"/>
            <p:cNvSpPr>
              <a:spLocks noChangeArrowheads="1"/>
            </p:cNvSpPr>
            <p:nvPr/>
          </p:nvSpPr>
          <p:spPr bwMode="auto">
            <a:xfrm>
              <a:off x="540684" y="44841"/>
              <a:ext cx="239039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4000" dirty="0">
                  <a:solidFill>
                    <a:schemeClr val="bg1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rPr>
                <a:t>谢谢观看</a:t>
              </a:r>
            </a:p>
          </p:txBody>
        </p:sp>
      </p:grpSp>
      <p:grpSp>
        <p:nvGrpSpPr>
          <p:cNvPr id="9223" name="组合 39"/>
          <p:cNvGrpSpPr>
            <a:grpSpLocks/>
          </p:cNvGrpSpPr>
          <p:nvPr/>
        </p:nvGrpSpPr>
        <p:grpSpPr bwMode="auto">
          <a:xfrm>
            <a:off x="2335213" y="5416550"/>
            <a:ext cx="604837" cy="539750"/>
            <a:chOff x="0" y="0"/>
            <a:chExt cx="2332712" cy="2083631"/>
          </a:xfrm>
        </p:grpSpPr>
        <p:sp>
          <p:nvSpPr>
            <p:cNvPr id="9236" name="等腰三角形 40"/>
            <p:cNvSpPr>
              <a:spLocks noChangeArrowheads="1"/>
            </p:cNvSpPr>
            <p:nvPr/>
          </p:nvSpPr>
          <p:spPr bwMode="auto">
            <a:xfrm>
              <a:off x="267324" y="0"/>
              <a:ext cx="1409076" cy="704538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7" name="等腰三角形 41"/>
            <p:cNvSpPr>
              <a:spLocks noChangeArrowheads="1"/>
            </p:cNvSpPr>
            <p:nvPr/>
          </p:nvSpPr>
          <p:spPr bwMode="auto">
            <a:xfrm>
              <a:off x="0" y="632085"/>
              <a:ext cx="1913745" cy="95687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8" name="等腰三角形 42"/>
            <p:cNvSpPr>
              <a:spLocks noChangeArrowheads="1"/>
            </p:cNvSpPr>
            <p:nvPr/>
          </p:nvSpPr>
          <p:spPr bwMode="auto">
            <a:xfrm>
              <a:off x="59959" y="272317"/>
              <a:ext cx="1793827" cy="89691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9" name="闪电形 43"/>
            <p:cNvSpPr>
              <a:spLocks noChangeArrowheads="1"/>
            </p:cNvSpPr>
            <p:nvPr/>
          </p:nvSpPr>
          <p:spPr bwMode="auto">
            <a:xfrm rot="-9511937">
              <a:off x="720285" y="279422"/>
              <a:ext cx="1612427" cy="1314924"/>
            </a:xfrm>
            <a:prstGeom prst="lightningBolt">
              <a:avLst/>
            </a:prstGeom>
            <a:solidFill>
              <a:srgbClr val="BF9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40" name="矩形 44"/>
            <p:cNvSpPr>
              <a:spLocks noChangeArrowheads="1"/>
            </p:cNvSpPr>
            <p:nvPr/>
          </p:nvSpPr>
          <p:spPr bwMode="auto">
            <a:xfrm>
              <a:off x="762001" y="1588956"/>
              <a:ext cx="479685" cy="494675"/>
            </a:xfrm>
            <a:prstGeom prst="rect">
              <a:avLst/>
            </a:prstGeom>
            <a:solidFill>
              <a:srgbClr val="874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grpSp>
        <p:nvGrpSpPr>
          <p:cNvPr id="9224" name="组合 45"/>
          <p:cNvGrpSpPr>
            <a:grpSpLocks/>
          </p:cNvGrpSpPr>
          <p:nvPr/>
        </p:nvGrpSpPr>
        <p:grpSpPr bwMode="auto">
          <a:xfrm>
            <a:off x="6915150" y="5807075"/>
            <a:ext cx="603250" cy="744538"/>
            <a:chOff x="0" y="0"/>
            <a:chExt cx="2332712" cy="2083631"/>
          </a:xfrm>
        </p:grpSpPr>
        <p:sp>
          <p:nvSpPr>
            <p:cNvPr id="9231" name="等腰三角形 46"/>
            <p:cNvSpPr>
              <a:spLocks noChangeArrowheads="1"/>
            </p:cNvSpPr>
            <p:nvPr/>
          </p:nvSpPr>
          <p:spPr bwMode="auto">
            <a:xfrm>
              <a:off x="267324" y="0"/>
              <a:ext cx="1409076" cy="704538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2" name="等腰三角形 47"/>
            <p:cNvSpPr>
              <a:spLocks noChangeArrowheads="1"/>
            </p:cNvSpPr>
            <p:nvPr/>
          </p:nvSpPr>
          <p:spPr bwMode="auto">
            <a:xfrm>
              <a:off x="0" y="632085"/>
              <a:ext cx="1913745" cy="95687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3" name="等腰三角形 48"/>
            <p:cNvSpPr>
              <a:spLocks noChangeArrowheads="1"/>
            </p:cNvSpPr>
            <p:nvPr/>
          </p:nvSpPr>
          <p:spPr bwMode="auto">
            <a:xfrm>
              <a:off x="59959" y="272317"/>
              <a:ext cx="1793827" cy="89691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4" name="闪电形 49"/>
            <p:cNvSpPr>
              <a:spLocks noChangeArrowheads="1"/>
            </p:cNvSpPr>
            <p:nvPr/>
          </p:nvSpPr>
          <p:spPr bwMode="auto">
            <a:xfrm rot="-9511937">
              <a:off x="720285" y="279422"/>
              <a:ext cx="1612427" cy="1314924"/>
            </a:xfrm>
            <a:prstGeom prst="lightningBolt">
              <a:avLst/>
            </a:prstGeom>
            <a:solidFill>
              <a:srgbClr val="BF9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5" name="矩形 50"/>
            <p:cNvSpPr>
              <a:spLocks noChangeArrowheads="1"/>
            </p:cNvSpPr>
            <p:nvPr/>
          </p:nvSpPr>
          <p:spPr bwMode="auto">
            <a:xfrm>
              <a:off x="893089" y="1588956"/>
              <a:ext cx="265923" cy="494675"/>
            </a:xfrm>
            <a:prstGeom prst="rect">
              <a:avLst/>
            </a:prstGeom>
            <a:solidFill>
              <a:srgbClr val="874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9225" name="任意多边形 62"/>
          <p:cNvSpPr>
            <a:spLocks noChangeArrowheads="1"/>
          </p:cNvSpPr>
          <p:nvPr/>
        </p:nvSpPr>
        <p:spPr bwMode="auto">
          <a:xfrm>
            <a:off x="1616075" y="1050925"/>
            <a:ext cx="1557338" cy="911225"/>
          </a:xfrm>
          <a:custGeom>
            <a:avLst/>
            <a:gdLst>
              <a:gd name="T0" fmla="*/ 742326 w 2295707"/>
              <a:gd name="T1" fmla="*/ 0 h 1345310"/>
              <a:gd name="T2" fmla="*/ 1042093 w 2295707"/>
              <a:gd name="T3" fmla="*/ 226191 h 1345310"/>
              <a:gd name="T4" fmla="*/ 1046744 w 2295707"/>
              <a:gd name="T5" fmla="*/ 268904 h 1345310"/>
              <a:gd name="T6" fmla="*/ 1055049 w 2295707"/>
              <a:gd name="T7" fmla="*/ 264918 h 1345310"/>
              <a:gd name="T8" fmla="*/ 1124579 w 2295707"/>
              <a:gd name="T9" fmla="*/ 254422 h 1345310"/>
              <a:gd name="T10" fmla="*/ 1353645 w 2295707"/>
              <a:gd name="T11" fmla="*/ 440832 h 1345310"/>
              <a:gd name="T12" fmla="*/ 1355822 w 2295707"/>
              <a:gd name="T13" fmla="*/ 462384 h 1345310"/>
              <a:gd name="T14" fmla="*/ 1376887 w 2295707"/>
              <a:gd name="T15" fmla="*/ 464504 h 1345310"/>
              <a:gd name="T16" fmla="*/ 1557338 w 2295707"/>
              <a:gd name="T17" fmla="*/ 685572 h 1345310"/>
              <a:gd name="T18" fmla="*/ 1331341 w 2295707"/>
              <a:gd name="T19" fmla="*/ 911225 h 1345310"/>
              <a:gd name="T20" fmla="*/ 225997 w 2295707"/>
              <a:gd name="T21" fmla="*/ 911225 h 1345310"/>
              <a:gd name="T22" fmla="*/ 0 w 2295707"/>
              <a:gd name="T23" fmla="*/ 685572 h 1345310"/>
              <a:gd name="T24" fmla="*/ 225997 w 2295707"/>
              <a:gd name="T25" fmla="*/ 459920 h 1345310"/>
              <a:gd name="T26" fmla="*/ 320112 w 2295707"/>
              <a:gd name="T27" fmla="*/ 459920 h 1345310"/>
              <a:gd name="T28" fmla="*/ 313688 w 2295707"/>
              <a:gd name="T29" fmla="*/ 450405 h 1345310"/>
              <a:gd name="T30" fmla="*/ 304952 w 2295707"/>
              <a:gd name="T31" fmla="*/ 407203 h 1345310"/>
              <a:gd name="T32" fmla="*/ 313688 w 2295707"/>
              <a:gd name="T33" fmla="*/ 364000 h 1345310"/>
              <a:gd name="T34" fmla="*/ 416113 w 2295707"/>
              <a:gd name="T35" fmla="*/ 296212 h 1345310"/>
              <a:gd name="T36" fmla="*/ 437751 w 2295707"/>
              <a:gd name="T37" fmla="*/ 296212 h 1345310"/>
              <a:gd name="T38" fmla="*/ 436343 w 2295707"/>
              <a:gd name="T39" fmla="*/ 283282 h 1345310"/>
              <a:gd name="T40" fmla="*/ 742326 w 2295707"/>
              <a:gd name="T41" fmla="*/ 0 h 13453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95707"/>
              <a:gd name="T64" fmla="*/ 0 h 1345310"/>
              <a:gd name="T65" fmla="*/ 2295707 w 2295707"/>
              <a:gd name="T66" fmla="*/ 1345310 h 13453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95707" h="1345310">
                <a:moveTo>
                  <a:pt x="1094280" y="0"/>
                </a:moveTo>
                <a:cubicBezTo>
                  <a:pt x="1312253" y="0"/>
                  <a:pt x="1494114" y="143362"/>
                  <a:pt x="1536173" y="333943"/>
                </a:cubicBezTo>
                <a:lnTo>
                  <a:pt x="1543029" y="397003"/>
                </a:lnTo>
                <a:lnTo>
                  <a:pt x="1555271" y="391118"/>
                </a:lnTo>
                <a:cubicBezTo>
                  <a:pt x="1587649" y="381047"/>
                  <a:pt x="1622075" y="375622"/>
                  <a:pt x="1657767" y="375622"/>
                </a:cubicBezTo>
                <a:cubicBezTo>
                  <a:pt x="1824331" y="375622"/>
                  <a:pt x="1963300" y="493771"/>
                  <a:pt x="1995439" y="650834"/>
                </a:cubicBezTo>
                <a:lnTo>
                  <a:pt x="1998647" y="682652"/>
                </a:lnTo>
                <a:lnTo>
                  <a:pt x="2029700" y="685782"/>
                </a:lnTo>
                <a:cubicBezTo>
                  <a:pt x="2181510" y="716847"/>
                  <a:pt x="2295707" y="851168"/>
                  <a:pt x="2295707" y="1012162"/>
                </a:cubicBezTo>
                <a:cubicBezTo>
                  <a:pt x="2295707" y="1196155"/>
                  <a:pt x="2146552" y="1345310"/>
                  <a:pt x="1962559" y="1345310"/>
                </a:cubicBezTo>
                <a:lnTo>
                  <a:pt x="333148" y="1345310"/>
                </a:lnTo>
                <a:cubicBezTo>
                  <a:pt x="149155" y="1345310"/>
                  <a:pt x="0" y="1196155"/>
                  <a:pt x="0" y="1012162"/>
                </a:cubicBezTo>
                <a:cubicBezTo>
                  <a:pt x="0" y="828169"/>
                  <a:pt x="149155" y="679014"/>
                  <a:pt x="333148" y="679014"/>
                </a:cubicBezTo>
                <a:lnTo>
                  <a:pt x="471885" y="679014"/>
                </a:lnTo>
                <a:lnTo>
                  <a:pt x="462414" y="664967"/>
                </a:lnTo>
                <a:lnTo>
                  <a:pt x="449537" y="601184"/>
                </a:lnTo>
                <a:lnTo>
                  <a:pt x="462414" y="537401"/>
                </a:lnTo>
                <a:cubicBezTo>
                  <a:pt x="487290" y="478587"/>
                  <a:pt x="545526" y="437320"/>
                  <a:pt x="613401" y="437320"/>
                </a:cubicBezTo>
                <a:lnTo>
                  <a:pt x="645298" y="437320"/>
                </a:lnTo>
                <a:lnTo>
                  <a:pt x="643223" y="418231"/>
                </a:lnTo>
                <a:cubicBezTo>
                  <a:pt x="643223" y="187248"/>
                  <a:pt x="845168" y="0"/>
                  <a:pt x="1094280" y="0"/>
                </a:cubicBezTo>
                <a:close/>
              </a:path>
            </a:pathLst>
          </a:custGeom>
          <a:solidFill>
            <a:srgbClr val="FFFFFF">
              <a:alpha val="3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9226" name="任意多边形 65"/>
          <p:cNvSpPr>
            <a:spLocks noChangeArrowheads="1"/>
          </p:cNvSpPr>
          <p:nvPr/>
        </p:nvSpPr>
        <p:spPr bwMode="auto">
          <a:xfrm>
            <a:off x="9344025" y="2095500"/>
            <a:ext cx="1555750" cy="912813"/>
          </a:xfrm>
          <a:custGeom>
            <a:avLst/>
            <a:gdLst>
              <a:gd name="T0" fmla="*/ 741569 w 2295707"/>
              <a:gd name="T1" fmla="*/ 0 h 1345310"/>
              <a:gd name="T2" fmla="*/ 1041031 w 2295707"/>
              <a:gd name="T3" fmla="*/ 226585 h 1345310"/>
              <a:gd name="T4" fmla="*/ 1045677 w 2295707"/>
              <a:gd name="T5" fmla="*/ 269372 h 1345310"/>
              <a:gd name="T6" fmla="*/ 1053973 w 2295707"/>
              <a:gd name="T7" fmla="*/ 265379 h 1345310"/>
              <a:gd name="T8" fmla="*/ 1123432 w 2295707"/>
              <a:gd name="T9" fmla="*/ 254865 h 1345310"/>
              <a:gd name="T10" fmla="*/ 1352265 w 2295707"/>
              <a:gd name="T11" fmla="*/ 441601 h 1345310"/>
              <a:gd name="T12" fmla="*/ 1354439 w 2295707"/>
              <a:gd name="T13" fmla="*/ 463190 h 1345310"/>
              <a:gd name="T14" fmla="*/ 1375483 w 2295707"/>
              <a:gd name="T15" fmla="*/ 465313 h 1345310"/>
              <a:gd name="T16" fmla="*/ 1555750 w 2295707"/>
              <a:gd name="T17" fmla="*/ 686767 h 1345310"/>
              <a:gd name="T18" fmla="*/ 1329983 w 2295707"/>
              <a:gd name="T19" fmla="*/ 912813 h 1345310"/>
              <a:gd name="T20" fmla="*/ 225767 w 2295707"/>
              <a:gd name="T21" fmla="*/ 912813 h 1345310"/>
              <a:gd name="T22" fmla="*/ 0 w 2295707"/>
              <a:gd name="T23" fmla="*/ 686767 h 1345310"/>
              <a:gd name="T24" fmla="*/ 225767 w 2295707"/>
              <a:gd name="T25" fmla="*/ 460721 h 1345310"/>
              <a:gd name="T26" fmla="*/ 319786 w 2295707"/>
              <a:gd name="T27" fmla="*/ 460721 h 1345310"/>
              <a:gd name="T28" fmla="*/ 313368 w 2295707"/>
              <a:gd name="T29" fmla="*/ 451190 h 1345310"/>
              <a:gd name="T30" fmla="*/ 304641 w 2295707"/>
              <a:gd name="T31" fmla="*/ 407912 h 1345310"/>
              <a:gd name="T32" fmla="*/ 313368 w 2295707"/>
              <a:gd name="T33" fmla="*/ 364635 h 1345310"/>
              <a:gd name="T34" fmla="*/ 415688 w 2295707"/>
              <a:gd name="T35" fmla="*/ 296728 h 1345310"/>
              <a:gd name="T36" fmla="*/ 437304 w 2295707"/>
              <a:gd name="T37" fmla="*/ 296728 h 1345310"/>
              <a:gd name="T38" fmla="*/ 435898 w 2295707"/>
              <a:gd name="T39" fmla="*/ 283776 h 1345310"/>
              <a:gd name="T40" fmla="*/ 741569 w 2295707"/>
              <a:gd name="T41" fmla="*/ 0 h 13453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95707"/>
              <a:gd name="T64" fmla="*/ 0 h 1345310"/>
              <a:gd name="T65" fmla="*/ 2295707 w 2295707"/>
              <a:gd name="T66" fmla="*/ 1345310 h 13453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95707" h="1345310">
                <a:moveTo>
                  <a:pt x="1094280" y="0"/>
                </a:moveTo>
                <a:cubicBezTo>
                  <a:pt x="1312253" y="0"/>
                  <a:pt x="1494114" y="143362"/>
                  <a:pt x="1536173" y="333943"/>
                </a:cubicBezTo>
                <a:lnTo>
                  <a:pt x="1543029" y="397003"/>
                </a:lnTo>
                <a:lnTo>
                  <a:pt x="1555271" y="391118"/>
                </a:lnTo>
                <a:cubicBezTo>
                  <a:pt x="1587649" y="381047"/>
                  <a:pt x="1622075" y="375622"/>
                  <a:pt x="1657767" y="375622"/>
                </a:cubicBezTo>
                <a:cubicBezTo>
                  <a:pt x="1824331" y="375622"/>
                  <a:pt x="1963300" y="493771"/>
                  <a:pt x="1995439" y="650834"/>
                </a:cubicBezTo>
                <a:lnTo>
                  <a:pt x="1998647" y="682652"/>
                </a:lnTo>
                <a:lnTo>
                  <a:pt x="2029700" y="685782"/>
                </a:lnTo>
                <a:cubicBezTo>
                  <a:pt x="2181510" y="716847"/>
                  <a:pt x="2295707" y="851168"/>
                  <a:pt x="2295707" y="1012162"/>
                </a:cubicBezTo>
                <a:cubicBezTo>
                  <a:pt x="2295707" y="1196155"/>
                  <a:pt x="2146552" y="1345310"/>
                  <a:pt x="1962559" y="1345310"/>
                </a:cubicBezTo>
                <a:lnTo>
                  <a:pt x="333148" y="1345310"/>
                </a:lnTo>
                <a:cubicBezTo>
                  <a:pt x="149155" y="1345310"/>
                  <a:pt x="0" y="1196155"/>
                  <a:pt x="0" y="1012162"/>
                </a:cubicBezTo>
                <a:cubicBezTo>
                  <a:pt x="0" y="828169"/>
                  <a:pt x="149155" y="679014"/>
                  <a:pt x="333148" y="679014"/>
                </a:cubicBezTo>
                <a:lnTo>
                  <a:pt x="471885" y="679014"/>
                </a:lnTo>
                <a:lnTo>
                  <a:pt x="462414" y="664967"/>
                </a:lnTo>
                <a:lnTo>
                  <a:pt x="449537" y="601184"/>
                </a:lnTo>
                <a:lnTo>
                  <a:pt x="462414" y="537401"/>
                </a:lnTo>
                <a:cubicBezTo>
                  <a:pt x="487290" y="478587"/>
                  <a:pt x="545526" y="437320"/>
                  <a:pt x="613401" y="437320"/>
                </a:cubicBezTo>
                <a:lnTo>
                  <a:pt x="645298" y="437320"/>
                </a:lnTo>
                <a:lnTo>
                  <a:pt x="643223" y="418231"/>
                </a:lnTo>
                <a:cubicBezTo>
                  <a:pt x="643223" y="187248"/>
                  <a:pt x="845168" y="0"/>
                  <a:pt x="1094280" y="0"/>
                </a:cubicBezTo>
                <a:close/>
              </a:path>
            </a:pathLst>
          </a:custGeom>
          <a:solidFill>
            <a:srgbClr val="FFFFFF">
              <a:alpha val="3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9227" name="任意多边形 66"/>
          <p:cNvSpPr>
            <a:spLocks noChangeArrowheads="1"/>
          </p:cNvSpPr>
          <p:nvPr/>
        </p:nvSpPr>
        <p:spPr bwMode="auto">
          <a:xfrm flipH="1">
            <a:off x="2682875" y="4568825"/>
            <a:ext cx="711200" cy="417513"/>
          </a:xfrm>
          <a:custGeom>
            <a:avLst/>
            <a:gdLst>
              <a:gd name="T0" fmla="*/ 339003 w 2295707"/>
              <a:gd name="T1" fmla="*/ 0 h 1345310"/>
              <a:gd name="T2" fmla="*/ 475900 w 2295707"/>
              <a:gd name="T3" fmla="*/ 103638 h 1345310"/>
              <a:gd name="T4" fmla="*/ 478024 w 2295707"/>
              <a:gd name="T5" fmla="*/ 123209 h 1345310"/>
              <a:gd name="T6" fmla="*/ 481816 w 2295707"/>
              <a:gd name="T7" fmla="*/ 121382 h 1345310"/>
              <a:gd name="T8" fmla="*/ 513569 w 2295707"/>
              <a:gd name="T9" fmla="*/ 116573 h 1345310"/>
              <a:gd name="T10" fmla="*/ 618178 w 2295707"/>
              <a:gd name="T11" fmla="*/ 201984 h 1345310"/>
              <a:gd name="T12" fmla="*/ 619172 w 2295707"/>
              <a:gd name="T13" fmla="*/ 211859 h 1345310"/>
              <a:gd name="T14" fmla="*/ 628792 w 2295707"/>
              <a:gd name="T15" fmla="*/ 212830 h 1345310"/>
              <a:gd name="T16" fmla="*/ 711200 w 2295707"/>
              <a:gd name="T17" fmla="*/ 314121 h 1345310"/>
              <a:gd name="T18" fmla="*/ 607992 w 2295707"/>
              <a:gd name="T19" fmla="*/ 417513 h 1345310"/>
              <a:gd name="T20" fmla="*/ 103208 w 2295707"/>
              <a:gd name="T21" fmla="*/ 417513 h 1345310"/>
              <a:gd name="T22" fmla="*/ 0 w 2295707"/>
              <a:gd name="T23" fmla="*/ 314121 h 1345310"/>
              <a:gd name="T24" fmla="*/ 103208 w 2295707"/>
              <a:gd name="T25" fmla="*/ 210730 h 1345310"/>
              <a:gd name="T26" fmla="*/ 146188 w 2295707"/>
              <a:gd name="T27" fmla="*/ 210730 h 1345310"/>
              <a:gd name="T28" fmla="*/ 143254 w 2295707"/>
              <a:gd name="T29" fmla="*/ 206371 h 1345310"/>
              <a:gd name="T30" fmla="*/ 139265 w 2295707"/>
              <a:gd name="T31" fmla="*/ 186576 h 1345310"/>
              <a:gd name="T32" fmla="*/ 143254 w 2295707"/>
              <a:gd name="T33" fmla="*/ 166781 h 1345310"/>
              <a:gd name="T34" fmla="*/ 190029 w 2295707"/>
              <a:gd name="T35" fmla="*/ 135721 h 1345310"/>
              <a:gd name="T36" fmla="*/ 199911 w 2295707"/>
              <a:gd name="T37" fmla="*/ 135721 h 1345310"/>
              <a:gd name="T38" fmla="*/ 199268 w 2295707"/>
              <a:gd name="T39" fmla="*/ 129797 h 1345310"/>
              <a:gd name="T40" fmla="*/ 339003 w 2295707"/>
              <a:gd name="T41" fmla="*/ 0 h 13453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95707"/>
              <a:gd name="T64" fmla="*/ 0 h 1345310"/>
              <a:gd name="T65" fmla="*/ 2295707 w 2295707"/>
              <a:gd name="T66" fmla="*/ 1345310 h 13453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95707" h="1345310">
                <a:moveTo>
                  <a:pt x="1094280" y="0"/>
                </a:moveTo>
                <a:cubicBezTo>
                  <a:pt x="1312253" y="0"/>
                  <a:pt x="1494114" y="143362"/>
                  <a:pt x="1536173" y="333943"/>
                </a:cubicBezTo>
                <a:lnTo>
                  <a:pt x="1543029" y="397003"/>
                </a:lnTo>
                <a:lnTo>
                  <a:pt x="1555271" y="391118"/>
                </a:lnTo>
                <a:cubicBezTo>
                  <a:pt x="1587649" y="381047"/>
                  <a:pt x="1622075" y="375622"/>
                  <a:pt x="1657767" y="375622"/>
                </a:cubicBezTo>
                <a:cubicBezTo>
                  <a:pt x="1824331" y="375622"/>
                  <a:pt x="1963300" y="493771"/>
                  <a:pt x="1995439" y="650834"/>
                </a:cubicBezTo>
                <a:lnTo>
                  <a:pt x="1998647" y="682652"/>
                </a:lnTo>
                <a:lnTo>
                  <a:pt x="2029700" y="685782"/>
                </a:lnTo>
                <a:cubicBezTo>
                  <a:pt x="2181510" y="716847"/>
                  <a:pt x="2295707" y="851168"/>
                  <a:pt x="2295707" y="1012162"/>
                </a:cubicBezTo>
                <a:cubicBezTo>
                  <a:pt x="2295707" y="1196155"/>
                  <a:pt x="2146552" y="1345310"/>
                  <a:pt x="1962559" y="1345310"/>
                </a:cubicBezTo>
                <a:lnTo>
                  <a:pt x="333148" y="1345310"/>
                </a:lnTo>
                <a:cubicBezTo>
                  <a:pt x="149155" y="1345310"/>
                  <a:pt x="0" y="1196155"/>
                  <a:pt x="0" y="1012162"/>
                </a:cubicBezTo>
                <a:cubicBezTo>
                  <a:pt x="0" y="828169"/>
                  <a:pt x="149155" y="679014"/>
                  <a:pt x="333148" y="679014"/>
                </a:cubicBezTo>
                <a:lnTo>
                  <a:pt x="471885" y="679014"/>
                </a:lnTo>
                <a:lnTo>
                  <a:pt x="462414" y="664967"/>
                </a:lnTo>
                <a:lnTo>
                  <a:pt x="449537" y="601184"/>
                </a:lnTo>
                <a:lnTo>
                  <a:pt x="462414" y="537401"/>
                </a:lnTo>
                <a:cubicBezTo>
                  <a:pt x="487290" y="478587"/>
                  <a:pt x="545526" y="437320"/>
                  <a:pt x="613401" y="437320"/>
                </a:cubicBezTo>
                <a:lnTo>
                  <a:pt x="645298" y="437320"/>
                </a:lnTo>
                <a:lnTo>
                  <a:pt x="643223" y="418231"/>
                </a:lnTo>
                <a:cubicBezTo>
                  <a:pt x="643223" y="187248"/>
                  <a:pt x="845168" y="0"/>
                  <a:pt x="1094280" y="0"/>
                </a:cubicBezTo>
                <a:close/>
              </a:path>
            </a:pathLst>
          </a:custGeom>
          <a:solidFill>
            <a:srgbClr val="FFFFFF">
              <a:alpha val="3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28"/>
          <p:cNvGrpSpPr>
            <a:grpSpLocks/>
          </p:cNvGrpSpPr>
          <p:nvPr/>
        </p:nvGrpSpPr>
        <p:grpSpPr bwMode="auto">
          <a:xfrm>
            <a:off x="5308600" y="5815013"/>
            <a:ext cx="1266825" cy="901700"/>
            <a:chOff x="0" y="0"/>
            <a:chExt cx="2756082" cy="1960460"/>
          </a:xfrm>
        </p:grpSpPr>
        <p:grpSp>
          <p:nvGrpSpPr>
            <p:cNvPr id="9263" name="组合 29"/>
            <p:cNvGrpSpPr>
              <a:grpSpLocks/>
            </p:cNvGrpSpPr>
            <p:nvPr/>
          </p:nvGrpSpPr>
          <p:grpSpPr bwMode="auto">
            <a:xfrm>
              <a:off x="1378042" y="1"/>
              <a:ext cx="1378040" cy="1960459"/>
              <a:chOff x="0" y="0"/>
              <a:chExt cx="1378040" cy="1960459"/>
            </a:xfrm>
          </p:grpSpPr>
          <p:sp>
            <p:nvSpPr>
              <p:cNvPr id="9269" name="直角三角形 35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A8D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70" name="组合 36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71" name="直角三角形 37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72" name="等腰三角形 38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9264" name="组合 30"/>
            <p:cNvGrpSpPr>
              <a:grpSpLocks/>
            </p:cNvGrpSpPr>
            <p:nvPr/>
          </p:nvGrpSpPr>
          <p:grpSpPr bwMode="auto">
            <a:xfrm flipH="1">
              <a:off x="0" y="0"/>
              <a:ext cx="1378040" cy="1960459"/>
              <a:chOff x="0" y="0"/>
              <a:chExt cx="1378040" cy="1960459"/>
            </a:xfrm>
          </p:grpSpPr>
          <p:sp>
            <p:nvSpPr>
              <p:cNvPr id="9265" name="直角三角形 31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C4E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66" name="组合 32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67" name="直角三角形 33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68" name="等腰三角形 34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grpSp>
        <p:nvGrpSpPr>
          <p:cNvPr id="9219" name="组合 17"/>
          <p:cNvGrpSpPr>
            <a:grpSpLocks/>
          </p:cNvGrpSpPr>
          <p:nvPr/>
        </p:nvGrpSpPr>
        <p:grpSpPr bwMode="auto">
          <a:xfrm>
            <a:off x="6097588" y="5995988"/>
            <a:ext cx="1004887" cy="714375"/>
            <a:chOff x="0" y="0"/>
            <a:chExt cx="2756082" cy="1960460"/>
          </a:xfrm>
        </p:grpSpPr>
        <p:grpSp>
          <p:nvGrpSpPr>
            <p:cNvPr id="9253" name="组合 18"/>
            <p:cNvGrpSpPr>
              <a:grpSpLocks/>
            </p:cNvGrpSpPr>
            <p:nvPr/>
          </p:nvGrpSpPr>
          <p:grpSpPr bwMode="auto">
            <a:xfrm>
              <a:off x="1378042" y="1"/>
              <a:ext cx="1378040" cy="1960459"/>
              <a:chOff x="0" y="0"/>
              <a:chExt cx="1378040" cy="1960459"/>
            </a:xfrm>
          </p:grpSpPr>
          <p:sp>
            <p:nvSpPr>
              <p:cNvPr id="9259" name="直角三角形 24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A8D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60" name="组合 25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61" name="直角三角形 26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62" name="等腰三角形 27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9254" name="组合 19"/>
            <p:cNvGrpSpPr>
              <a:grpSpLocks/>
            </p:cNvGrpSpPr>
            <p:nvPr/>
          </p:nvGrpSpPr>
          <p:grpSpPr bwMode="auto">
            <a:xfrm flipH="1">
              <a:off x="0" y="0"/>
              <a:ext cx="1378040" cy="1960459"/>
              <a:chOff x="0" y="0"/>
              <a:chExt cx="1378040" cy="1960459"/>
            </a:xfrm>
          </p:grpSpPr>
          <p:sp>
            <p:nvSpPr>
              <p:cNvPr id="9255" name="直角三角形 20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C4E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56" name="组合 21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57" name="直角三角形 22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58" name="等腰三角形 23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grpSp>
        <p:nvGrpSpPr>
          <p:cNvPr id="9220" name="组合 16"/>
          <p:cNvGrpSpPr>
            <a:grpSpLocks/>
          </p:cNvGrpSpPr>
          <p:nvPr/>
        </p:nvGrpSpPr>
        <p:grpSpPr bwMode="auto">
          <a:xfrm>
            <a:off x="2854325" y="5370513"/>
            <a:ext cx="1004888" cy="714375"/>
            <a:chOff x="0" y="0"/>
            <a:chExt cx="2756082" cy="1960460"/>
          </a:xfrm>
        </p:grpSpPr>
        <p:grpSp>
          <p:nvGrpSpPr>
            <p:cNvPr id="9243" name="组合 9"/>
            <p:cNvGrpSpPr>
              <a:grpSpLocks/>
            </p:cNvGrpSpPr>
            <p:nvPr/>
          </p:nvGrpSpPr>
          <p:grpSpPr bwMode="auto">
            <a:xfrm>
              <a:off x="1378042" y="1"/>
              <a:ext cx="1378040" cy="1960459"/>
              <a:chOff x="0" y="0"/>
              <a:chExt cx="1378040" cy="1960459"/>
            </a:xfrm>
          </p:grpSpPr>
          <p:sp>
            <p:nvSpPr>
              <p:cNvPr id="9249" name="直角三角形 4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A8D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50" name="组合 8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51" name="直角三角形 7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52" name="等腰三角形 5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9244" name="组合 10"/>
            <p:cNvGrpSpPr>
              <a:grpSpLocks/>
            </p:cNvGrpSpPr>
            <p:nvPr/>
          </p:nvGrpSpPr>
          <p:grpSpPr bwMode="auto">
            <a:xfrm flipH="1">
              <a:off x="0" y="0"/>
              <a:ext cx="1378040" cy="1960459"/>
              <a:chOff x="0" y="0"/>
              <a:chExt cx="1378040" cy="1960459"/>
            </a:xfrm>
          </p:grpSpPr>
          <p:sp>
            <p:nvSpPr>
              <p:cNvPr id="9245" name="直角三角形 11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C4E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46" name="组合 12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47" name="直角三角形 13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48" name="等腰三角形 14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sp>
        <p:nvSpPr>
          <p:cNvPr id="9221" name="任意多边形 6"/>
          <p:cNvSpPr>
            <a:spLocks noChangeArrowheads="1"/>
          </p:cNvSpPr>
          <p:nvPr/>
        </p:nvSpPr>
        <p:spPr bwMode="auto">
          <a:xfrm>
            <a:off x="922338" y="5851525"/>
            <a:ext cx="10426700" cy="1006475"/>
          </a:xfrm>
          <a:custGeom>
            <a:avLst/>
            <a:gdLst>
              <a:gd name="T0" fmla="*/ 2073889 w 10426677"/>
              <a:gd name="T1" fmla="*/ 250 h 1006088"/>
              <a:gd name="T2" fmla="*/ 5154721 w 10426677"/>
              <a:gd name="T3" fmla="*/ 717979 h 1006088"/>
              <a:gd name="T4" fmla="*/ 8235552 w 10426677"/>
              <a:gd name="T5" fmla="*/ 295785 h 1006088"/>
              <a:gd name="T6" fmla="*/ 10366620 w 10426677"/>
              <a:gd name="T7" fmla="*/ 946465 h 1006088"/>
              <a:gd name="T8" fmla="*/ 10426700 w 10426677"/>
              <a:gd name="T9" fmla="*/ 1006475 h 1006088"/>
              <a:gd name="T10" fmla="*/ 5066 w 10426677"/>
              <a:gd name="T11" fmla="*/ 1006475 h 1006088"/>
              <a:gd name="T12" fmla="*/ 0 w 10426677"/>
              <a:gd name="T13" fmla="*/ 934681 h 1006088"/>
              <a:gd name="T14" fmla="*/ 2073889 w 10426677"/>
              <a:gd name="T15" fmla="*/ 250 h 10060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426677"/>
              <a:gd name="T25" fmla="*/ 0 h 1006088"/>
              <a:gd name="T26" fmla="*/ 10426677 w 10426677"/>
              <a:gd name="T27" fmla="*/ 1006088 h 10060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426677" h="1006088">
                <a:moveTo>
                  <a:pt x="2073884" y="250"/>
                </a:moveTo>
                <a:cubicBezTo>
                  <a:pt x="2964838" y="19007"/>
                  <a:pt x="4127768" y="668466"/>
                  <a:pt x="5154710" y="717703"/>
                </a:cubicBezTo>
                <a:cubicBezTo>
                  <a:pt x="6181652" y="766940"/>
                  <a:pt x="7410230" y="215954"/>
                  <a:pt x="8235534" y="295671"/>
                </a:cubicBezTo>
                <a:cubicBezTo>
                  <a:pt x="8802931" y="350477"/>
                  <a:pt x="10037462" y="694521"/>
                  <a:pt x="10366597" y="946101"/>
                </a:cubicBezTo>
                <a:lnTo>
                  <a:pt x="10426677" y="1006088"/>
                </a:lnTo>
                <a:lnTo>
                  <a:pt x="5066" y="1006088"/>
                </a:lnTo>
                <a:lnTo>
                  <a:pt x="0" y="934322"/>
                </a:lnTo>
                <a:cubicBezTo>
                  <a:pt x="83306" y="569552"/>
                  <a:pt x="1405669" y="-13818"/>
                  <a:pt x="2073884" y="250"/>
                </a:cubicBezTo>
                <a:close/>
              </a:path>
            </a:pathLst>
          </a:custGeom>
          <a:solidFill>
            <a:srgbClr val="F8E13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9223" name="组合 39"/>
          <p:cNvGrpSpPr>
            <a:grpSpLocks/>
          </p:cNvGrpSpPr>
          <p:nvPr/>
        </p:nvGrpSpPr>
        <p:grpSpPr bwMode="auto">
          <a:xfrm>
            <a:off x="2335213" y="5416550"/>
            <a:ext cx="604837" cy="539750"/>
            <a:chOff x="0" y="0"/>
            <a:chExt cx="2332712" cy="2083631"/>
          </a:xfrm>
        </p:grpSpPr>
        <p:sp>
          <p:nvSpPr>
            <p:cNvPr id="9236" name="等腰三角形 40"/>
            <p:cNvSpPr>
              <a:spLocks noChangeArrowheads="1"/>
            </p:cNvSpPr>
            <p:nvPr/>
          </p:nvSpPr>
          <p:spPr bwMode="auto">
            <a:xfrm>
              <a:off x="267324" y="0"/>
              <a:ext cx="1409076" cy="704538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7" name="等腰三角形 41"/>
            <p:cNvSpPr>
              <a:spLocks noChangeArrowheads="1"/>
            </p:cNvSpPr>
            <p:nvPr/>
          </p:nvSpPr>
          <p:spPr bwMode="auto">
            <a:xfrm>
              <a:off x="0" y="632085"/>
              <a:ext cx="1913745" cy="95687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8" name="等腰三角形 42"/>
            <p:cNvSpPr>
              <a:spLocks noChangeArrowheads="1"/>
            </p:cNvSpPr>
            <p:nvPr/>
          </p:nvSpPr>
          <p:spPr bwMode="auto">
            <a:xfrm>
              <a:off x="59959" y="272317"/>
              <a:ext cx="1793827" cy="89691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9" name="闪电形 43"/>
            <p:cNvSpPr>
              <a:spLocks noChangeArrowheads="1"/>
            </p:cNvSpPr>
            <p:nvPr/>
          </p:nvSpPr>
          <p:spPr bwMode="auto">
            <a:xfrm rot="-9511937">
              <a:off x="720285" y="279422"/>
              <a:ext cx="1612427" cy="1314924"/>
            </a:xfrm>
            <a:prstGeom prst="lightningBolt">
              <a:avLst/>
            </a:prstGeom>
            <a:solidFill>
              <a:srgbClr val="BF9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40" name="矩形 44"/>
            <p:cNvSpPr>
              <a:spLocks noChangeArrowheads="1"/>
            </p:cNvSpPr>
            <p:nvPr/>
          </p:nvSpPr>
          <p:spPr bwMode="auto">
            <a:xfrm>
              <a:off x="762001" y="1588956"/>
              <a:ext cx="479685" cy="494675"/>
            </a:xfrm>
            <a:prstGeom prst="rect">
              <a:avLst/>
            </a:prstGeom>
            <a:solidFill>
              <a:srgbClr val="874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grpSp>
        <p:nvGrpSpPr>
          <p:cNvPr id="9224" name="组合 45"/>
          <p:cNvGrpSpPr>
            <a:grpSpLocks/>
          </p:cNvGrpSpPr>
          <p:nvPr/>
        </p:nvGrpSpPr>
        <p:grpSpPr bwMode="auto">
          <a:xfrm>
            <a:off x="6915150" y="5807075"/>
            <a:ext cx="603250" cy="744538"/>
            <a:chOff x="0" y="0"/>
            <a:chExt cx="2332712" cy="2083631"/>
          </a:xfrm>
        </p:grpSpPr>
        <p:sp>
          <p:nvSpPr>
            <p:cNvPr id="9231" name="等腰三角形 46"/>
            <p:cNvSpPr>
              <a:spLocks noChangeArrowheads="1"/>
            </p:cNvSpPr>
            <p:nvPr/>
          </p:nvSpPr>
          <p:spPr bwMode="auto">
            <a:xfrm>
              <a:off x="267324" y="0"/>
              <a:ext cx="1409076" cy="704538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2" name="等腰三角形 47"/>
            <p:cNvSpPr>
              <a:spLocks noChangeArrowheads="1"/>
            </p:cNvSpPr>
            <p:nvPr/>
          </p:nvSpPr>
          <p:spPr bwMode="auto">
            <a:xfrm>
              <a:off x="0" y="632085"/>
              <a:ext cx="1913745" cy="95687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3" name="等腰三角形 48"/>
            <p:cNvSpPr>
              <a:spLocks noChangeArrowheads="1"/>
            </p:cNvSpPr>
            <p:nvPr/>
          </p:nvSpPr>
          <p:spPr bwMode="auto">
            <a:xfrm>
              <a:off x="59959" y="272317"/>
              <a:ext cx="1793827" cy="89691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4" name="闪电形 49"/>
            <p:cNvSpPr>
              <a:spLocks noChangeArrowheads="1"/>
            </p:cNvSpPr>
            <p:nvPr/>
          </p:nvSpPr>
          <p:spPr bwMode="auto">
            <a:xfrm rot="-9511937">
              <a:off x="720285" y="279422"/>
              <a:ext cx="1612427" cy="1314924"/>
            </a:xfrm>
            <a:prstGeom prst="lightningBolt">
              <a:avLst/>
            </a:prstGeom>
            <a:solidFill>
              <a:srgbClr val="BF9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5" name="矩形 50"/>
            <p:cNvSpPr>
              <a:spLocks noChangeArrowheads="1"/>
            </p:cNvSpPr>
            <p:nvPr/>
          </p:nvSpPr>
          <p:spPr bwMode="auto">
            <a:xfrm>
              <a:off x="893089" y="1588956"/>
              <a:ext cx="265923" cy="494675"/>
            </a:xfrm>
            <a:prstGeom prst="rect">
              <a:avLst/>
            </a:prstGeom>
            <a:solidFill>
              <a:srgbClr val="874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9225" name="任意多边形 62"/>
          <p:cNvSpPr>
            <a:spLocks noChangeArrowheads="1"/>
          </p:cNvSpPr>
          <p:nvPr/>
        </p:nvSpPr>
        <p:spPr bwMode="auto">
          <a:xfrm>
            <a:off x="1616075" y="1050925"/>
            <a:ext cx="1557338" cy="911225"/>
          </a:xfrm>
          <a:custGeom>
            <a:avLst/>
            <a:gdLst>
              <a:gd name="T0" fmla="*/ 742326 w 2295707"/>
              <a:gd name="T1" fmla="*/ 0 h 1345310"/>
              <a:gd name="T2" fmla="*/ 1042093 w 2295707"/>
              <a:gd name="T3" fmla="*/ 226191 h 1345310"/>
              <a:gd name="T4" fmla="*/ 1046744 w 2295707"/>
              <a:gd name="T5" fmla="*/ 268904 h 1345310"/>
              <a:gd name="T6" fmla="*/ 1055049 w 2295707"/>
              <a:gd name="T7" fmla="*/ 264918 h 1345310"/>
              <a:gd name="T8" fmla="*/ 1124579 w 2295707"/>
              <a:gd name="T9" fmla="*/ 254422 h 1345310"/>
              <a:gd name="T10" fmla="*/ 1353645 w 2295707"/>
              <a:gd name="T11" fmla="*/ 440832 h 1345310"/>
              <a:gd name="T12" fmla="*/ 1355822 w 2295707"/>
              <a:gd name="T13" fmla="*/ 462384 h 1345310"/>
              <a:gd name="T14" fmla="*/ 1376887 w 2295707"/>
              <a:gd name="T15" fmla="*/ 464504 h 1345310"/>
              <a:gd name="T16" fmla="*/ 1557338 w 2295707"/>
              <a:gd name="T17" fmla="*/ 685572 h 1345310"/>
              <a:gd name="T18" fmla="*/ 1331341 w 2295707"/>
              <a:gd name="T19" fmla="*/ 911225 h 1345310"/>
              <a:gd name="T20" fmla="*/ 225997 w 2295707"/>
              <a:gd name="T21" fmla="*/ 911225 h 1345310"/>
              <a:gd name="T22" fmla="*/ 0 w 2295707"/>
              <a:gd name="T23" fmla="*/ 685572 h 1345310"/>
              <a:gd name="T24" fmla="*/ 225997 w 2295707"/>
              <a:gd name="T25" fmla="*/ 459920 h 1345310"/>
              <a:gd name="T26" fmla="*/ 320112 w 2295707"/>
              <a:gd name="T27" fmla="*/ 459920 h 1345310"/>
              <a:gd name="T28" fmla="*/ 313688 w 2295707"/>
              <a:gd name="T29" fmla="*/ 450405 h 1345310"/>
              <a:gd name="T30" fmla="*/ 304952 w 2295707"/>
              <a:gd name="T31" fmla="*/ 407203 h 1345310"/>
              <a:gd name="T32" fmla="*/ 313688 w 2295707"/>
              <a:gd name="T33" fmla="*/ 364000 h 1345310"/>
              <a:gd name="T34" fmla="*/ 416113 w 2295707"/>
              <a:gd name="T35" fmla="*/ 296212 h 1345310"/>
              <a:gd name="T36" fmla="*/ 437751 w 2295707"/>
              <a:gd name="T37" fmla="*/ 296212 h 1345310"/>
              <a:gd name="T38" fmla="*/ 436343 w 2295707"/>
              <a:gd name="T39" fmla="*/ 283282 h 1345310"/>
              <a:gd name="T40" fmla="*/ 742326 w 2295707"/>
              <a:gd name="T41" fmla="*/ 0 h 13453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95707"/>
              <a:gd name="T64" fmla="*/ 0 h 1345310"/>
              <a:gd name="T65" fmla="*/ 2295707 w 2295707"/>
              <a:gd name="T66" fmla="*/ 1345310 h 13453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95707" h="1345310">
                <a:moveTo>
                  <a:pt x="1094280" y="0"/>
                </a:moveTo>
                <a:cubicBezTo>
                  <a:pt x="1312253" y="0"/>
                  <a:pt x="1494114" y="143362"/>
                  <a:pt x="1536173" y="333943"/>
                </a:cubicBezTo>
                <a:lnTo>
                  <a:pt x="1543029" y="397003"/>
                </a:lnTo>
                <a:lnTo>
                  <a:pt x="1555271" y="391118"/>
                </a:lnTo>
                <a:cubicBezTo>
                  <a:pt x="1587649" y="381047"/>
                  <a:pt x="1622075" y="375622"/>
                  <a:pt x="1657767" y="375622"/>
                </a:cubicBezTo>
                <a:cubicBezTo>
                  <a:pt x="1824331" y="375622"/>
                  <a:pt x="1963300" y="493771"/>
                  <a:pt x="1995439" y="650834"/>
                </a:cubicBezTo>
                <a:lnTo>
                  <a:pt x="1998647" y="682652"/>
                </a:lnTo>
                <a:lnTo>
                  <a:pt x="2029700" y="685782"/>
                </a:lnTo>
                <a:cubicBezTo>
                  <a:pt x="2181510" y="716847"/>
                  <a:pt x="2295707" y="851168"/>
                  <a:pt x="2295707" y="1012162"/>
                </a:cubicBezTo>
                <a:cubicBezTo>
                  <a:pt x="2295707" y="1196155"/>
                  <a:pt x="2146552" y="1345310"/>
                  <a:pt x="1962559" y="1345310"/>
                </a:cubicBezTo>
                <a:lnTo>
                  <a:pt x="333148" y="1345310"/>
                </a:lnTo>
                <a:cubicBezTo>
                  <a:pt x="149155" y="1345310"/>
                  <a:pt x="0" y="1196155"/>
                  <a:pt x="0" y="1012162"/>
                </a:cubicBezTo>
                <a:cubicBezTo>
                  <a:pt x="0" y="828169"/>
                  <a:pt x="149155" y="679014"/>
                  <a:pt x="333148" y="679014"/>
                </a:cubicBezTo>
                <a:lnTo>
                  <a:pt x="471885" y="679014"/>
                </a:lnTo>
                <a:lnTo>
                  <a:pt x="462414" y="664967"/>
                </a:lnTo>
                <a:lnTo>
                  <a:pt x="449537" y="601184"/>
                </a:lnTo>
                <a:lnTo>
                  <a:pt x="462414" y="537401"/>
                </a:lnTo>
                <a:cubicBezTo>
                  <a:pt x="487290" y="478587"/>
                  <a:pt x="545526" y="437320"/>
                  <a:pt x="613401" y="437320"/>
                </a:cubicBezTo>
                <a:lnTo>
                  <a:pt x="645298" y="437320"/>
                </a:lnTo>
                <a:lnTo>
                  <a:pt x="643223" y="418231"/>
                </a:lnTo>
                <a:cubicBezTo>
                  <a:pt x="643223" y="187248"/>
                  <a:pt x="845168" y="0"/>
                  <a:pt x="1094280" y="0"/>
                </a:cubicBezTo>
                <a:close/>
              </a:path>
            </a:pathLst>
          </a:custGeom>
          <a:solidFill>
            <a:srgbClr val="FFFFFF">
              <a:alpha val="3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9226" name="任意多边形 65"/>
          <p:cNvSpPr>
            <a:spLocks noChangeArrowheads="1"/>
          </p:cNvSpPr>
          <p:nvPr/>
        </p:nvSpPr>
        <p:spPr bwMode="auto">
          <a:xfrm>
            <a:off x="9344025" y="2095500"/>
            <a:ext cx="1555750" cy="912813"/>
          </a:xfrm>
          <a:custGeom>
            <a:avLst/>
            <a:gdLst>
              <a:gd name="T0" fmla="*/ 741569 w 2295707"/>
              <a:gd name="T1" fmla="*/ 0 h 1345310"/>
              <a:gd name="T2" fmla="*/ 1041031 w 2295707"/>
              <a:gd name="T3" fmla="*/ 226585 h 1345310"/>
              <a:gd name="T4" fmla="*/ 1045677 w 2295707"/>
              <a:gd name="T5" fmla="*/ 269372 h 1345310"/>
              <a:gd name="T6" fmla="*/ 1053973 w 2295707"/>
              <a:gd name="T7" fmla="*/ 265379 h 1345310"/>
              <a:gd name="T8" fmla="*/ 1123432 w 2295707"/>
              <a:gd name="T9" fmla="*/ 254865 h 1345310"/>
              <a:gd name="T10" fmla="*/ 1352265 w 2295707"/>
              <a:gd name="T11" fmla="*/ 441601 h 1345310"/>
              <a:gd name="T12" fmla="*/ 1354439 w 2295707"/>
              <a:gd name="T13" fmla="*/ 463190 h 1345310"/>
              <a:gd name="T14" fmla="*/ 1375483 w 2295707"/>
              <a:gd name="T15" fmla="*/ 465313 h 1345310"/>
              <a:gd name="T16" fmla="*/ 1555750 w 2295707"/>
              <a:gd name="T17" fmla="*/ 686767 h 1345310"/>
              <a:gd name="T18" fmla="*/ 1329983 w 2295707"/>
              <a:gd name="T19" fmla="*/ 912813 h 1345310"/>
              <a:gd name="T20" fmla="*/ 225767 w 2295707"/>
              <a:gd name="T21" fmla="*/ 912813 h 1345310"/>
              <a:gd name="T22" fmla="*/ 0 w 2295707"/>
              <a:gd name="T23" fmla="*/ 686767 h 1345310"/>
              <a:gd name="T24" fmla="*/ 225767 w 2295707"/>
              <a:gd name="T25" fmla="*/ 460721 h 1345310"/>
              <a:gd name="T26" fmla="*/ 319786 w 2295707"/>
              <a:gd name="T27" fmla="*/ 460721 h 1345310"/>
              <a:gd name="T28" fmla="*/ 313368 w 2295707"/>
              <a:gd name="T29" fmla="*/ 451190 h 1345310"/>
              <a:gd name="T30" fmla="*/ 304641 w 2295707"/>
              <a:gd name="T31" fmla="*/ 407912 h 1345310"/>
              <a:gd name="T32" fmla="*/ 313368 w 2295707"/>
              <a:gd name="T33" fmla="*/ 364635 h 1345310"/>
              <a:gd name="T34" fmla="*/ 415688 w 2295707"/>
              <a:gd name="T35" fmla="*/ 296728 h 1345310"/>
              <a:gd name="T36" fmla="*/ 437304 w 2295707"/>
              <a:gd name="T37" fmla="*/ 296728 h 1345310"/>
              <a:gd name="T38" fmla="*/ 435898 w 2295707"/>
              <a:gd name="T39" fmla="*/ 283776 h 1345310"/>
              <a:gd name="T40" fmla="*/ 741569 w 2295707"/>
              <a:gd name="T41" fmla="*/ 0 h 13453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95707"/>
              <a:gd name="T64" fmla="*/ 0 h 1345310"/>
              <a:gd name="T65" fmla="*/ 2295707 w 2295707"/>
              <a:gd name="T66" fmla="*/ 1345310 h 13453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95707" h="1345310">
                <a:moveTo>
                  <a:pt x="1094280" y="0"/>
                </a:moveTo>
                <a:cubicBezTo>
                  <a:pt x="1312253" y="0"/>
                  <a:pt x="1494114" y="143362"/>
                  <a:pt x="1536173" y="333943"/>
                </a:cubicBezTo>
                <a:lnTo>
                  <a:pt x="1543029" y="397003"/>
                </a:lnTo>
                <a:lnTo>
                  <a:pt x="1555271" y="391118"/>
                </a:lnTo>
                <a:cubicBezTo>
                  <a:pt x="1587649" y="381047"/>
                  <a:pt x="1622075" y="375622"/>
                  <a:pt x="1657767" y="375622"/>
                </a:cubicBezTo>
                <a:cubicBezTo>
                  <a:pt x="1824331" y="375622"/>
                  <a:pt x="1963300" y="493771"/>
                  <a:pt x="1995439" y="650834"/>
                </a:cubicBezTo>
                <a:lnTo>
                  <a:pt x="1998647" y="682652"/>
                </a:lnTo>
                <a:lnTo>
                  <a:pt x="2029700" y="685782"/>
                </a:lnTo>
                <a:cubicBezTo>
                  <a:pt x="2181510" y="716847"/>
                  <a:pt x="2295707" y="851168"/>
                  <a:pt x="2295707" y="1012162"/>
                </a:cubicBezTo>
                <a:cubicBezTo>
                  <a:pt x="2295707" y="1196155"/>
                  <a:pt x="2146552" y="1345310"/>
                  <a:pt x="1962559" y="1345310"/>
                </a:cubicBezTo>
                <a:lnTo>
                  <a:pt x="333148" y="1345310"/>
                </a:lnTo>
                <a:cubicBezTo>
                  <a:pt x="149155" y="1345310"/>
                  <a:pt x="0" y="1196155"/>
                  <a:pt x="0" y="1012162"/>
                </a:cubicBezTo>
                <a:cubicBezTo>
                  <a:pt x="0" y="828169"/>
                  <a:pt x="149155" y="679014"/>
                  <a:pt x="333148" y="679014"/>
                </a:cubicBezTo>
                <a:lnTo>
                  <a:pt x="471885" y="679014"/>
                </a:lnTo>
                <a:lnTo>
                  <a:pt x="462414" y="664967"/>
                </a:lnTo>
                <a:lnTo>
                  <a:pt x="449537" y="601184"/>
                </a:lnTo>
                <a:lnTo>
                  <a:pt x="462414" y="537401"/>
                </a:lnTo>
                <a:cubicBezTo>
                  <a:pt x="487290" y="478587"/>
                  <a:pt x="545526" y="437320"/>
                  <a:pt x="613401" y="437320"/>
                </a:cubicBezTo>
                <a:lnTo>
                  <a:pt x="645298" y="437320"/>
                </a:lnTo>
                <a:lnTo>
                  <a:pt x="643223" y="418231"/>
                </a:lnTo>
                <a:cubicBezTo>
                  <a:pt x="643223" y="187248"/>
                  <a:pt x="845168" y="0"/>
                  <a:pt x="1094280" y="0"/>
                </a:cubicBezTo>
                <a:close/>
              </a:path>
            </a:pathLst>
          </a:custGeom>
          <a:solidFill>
            <a:srgbClr val="FFFFFF">
              <a:alpha val="3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9227" name="任意多边形 66"/>
          <p:cNvSpPr>
            <a:spLocks noChangeArrowheads="1"/>
          </p:cNvSpPr>
          <p:nvPr/>
        </p:nvSpPr>
        <p:spPr bwMode="auto">
          <a:xfrm flipH="1">
            <a:off x="2682875" y="4568825"/>
            <a:ext cx="711200" cy="417513"/>
          </a:xfrm>
          <a:custGeom>
            <a:avLst/>
            <a:gdLst>
              <a:gd name="T0" fmla="*/ 339003 w 2295707"/>
              <a:gd name="T1" fmla="*/ 0 h 1345310"/>
              <a:gd name="T2" fmla="*/ 475900 w 2295707"/>
              <a:gd name="T3" fmla="*/ 103638 h 1345310"/>
              <a:gd name="T4" fmla="*/ 478024 w 2295707"/>
              <a:gd name="T5" fmla="*/ 123209 h 1345310"/>
              <a:gd name="T6" fmla="*/ 481816 w 2295707"/>
              <a:gd name="T7" fmla="*/ 121382 h 1345310"/>
              <a:gd name="T8" fmla="*/ 513569 w 2295707"/>
              <a:gd name="T9" fmla="*/ 116573 h 1345310"/>
              <a:gd name="T10" fmla="*/ 618178 w 2295707"/>
              <a:gd name="T11" fmla="*/ 201984 h 1345310"/>
              <a:gd name="T12" fmla="*/ 619172 w 2295707"/>
              <a:gd name="T13" fmla="*/ 211859 h 1345310"/>
              <a:gd name="T14" fmla="*/ 628792 w 2295707"/>
              <a:gd name="T15" fmla="*/ 212830 h 1345310"/>
              <a:gd name="T16" fmla="*/ 711200 w 2295707"/>
              <a:gd name="T17" fmla="*/ 314121 h 1345310"/>
              <a:gd name="T18" fmla="*/ 607992 w 2295707"/>
              <a:gd name="T19" fmla="*/ 417513 h 1345310"/>
              <a:gd name="T20" fmla="*/ 103208 w 2295707"/>
              <a:gd name="T21" fmla="*/ 417513 h 1345310"/>
              <a:gd name="T22" fmla="*/ 0 w 2295707"/>
              <a:gd name="T23" fmla="*/ 314121 h 1345310"/>
              <a:gd name="T24" fmla="*/ 103208 w 2295707"/>
              <a:gd name="T25" fmla="*/ 210730 h 1345310"/>
              <a:gd name="T26" fmla="*/ 146188 w 2295707"/>
              <a:gd name="T27" fmla="*/ 210730 h 1345310"/>
              <a:gd name="T28" fmla="*/ 143254 w 2295707"/>
              <a:gd name="T29" fmla="*/ 206371 h 1345310"/>
              <a:gd name="T30" fmla="*/ 139265 w 2295707"/>
              <a:gd name="T31" fmla="*/ 186576 h 1345310"/>
              <a:gd name="T32" fmla="*/ 143254 w 2295707"/>
              <a:gd name="T33" fmla="*/ 166781 h 1345310"/>
              <a:gd name="T34" fmla="*/ 190029 w 2295707"/>
              <a:gd name="T35" fmla="*/ 135721 h 1345310"/>
              <a:gd name="T36" fmla="*/ 199911 w 2295707"/>
              <a:gd name="T37" fmla="*/ 135721 h 1345310"/>
              <a:gd name="T38" fmla="*/ 199268 w 2295707"/>
              <a:gd name="T39" fmla="*/ 129797 h 1345310"/>
              <a:gd name="T40" fmla="*/ 339003 w 2295707"/>
              <a:gd name="T41" fmla="*/ 0 h 13453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95707"/>
              <a:gd name="T64" fmla="*/ 0 h 1345310"/>
              <a:gd name="T65" fmla="*/ 2295707 w 2295707"/>
              <a:gd name="T66" fmla="*/ 1345310 h 13453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95707" h="1345310">
                <a:moveTo>
                  <a:pt x="1094280" y="0"/>
                </a:moveTo>
                <a:cubicBezTo>
                  <a:pt x="1312253" y="0"/>
                  <a:pt x="1494114" y="143362"/>
                  <a:pt x="1536173" y="333943"/>
                </a:cubicBezTo>
                <a:lnTo>
                  <a:pt x="1543029" y="397003"/>
                </a:lnTo>
                <a:lnTo>
                  <a:pt x="1555271" y="391118"/>
                </a:lnTo>
                <a:cubicBezTo>
                  <a:pt x="1587649" y="381047"/>
                  <a:pt x="1622075" y="375622"/>
                  <a:pt x="1657767" y="375622"/>
                </a:cubicBezTo>
                <a:cubicBezTo>
                  <a:pt x="1824331" y="375622"/>
                  <a:pt x="1963300" y="493771"/>
                  <a:pt x="1995439" y="650834"/>
                </a:cubicBezTo>
                <a:lnTo>
                  <a:pt x="1998647" y="682652"/>
                </a:lnTo>
                <a:lnTo>
                  <a:pt x="2029700" y="685782"/>
                </a:lnTo>
                <a:cubicBezTo>
                  <a:pt x="2181510" y="716847"/>
                  <a:pt x="2295707" y="851168"/>
                  <a:pt x="2295707" y="1012162"/>
                </a:cubicBezTo>
                <a:cubicBezTo>
                  <a:pt x="2295707" y="1196155"/>
                  <a:pt x="2146552" y="1345310"/>
                  <a:pt x="1962559" y="1345310"/>
                </a:cubicBezTo>
                <a:lnTo>
                  <a:pt x="333148" y="1345310"/>
                </a:lnTo>
                <a:cubicBezTo>
                  <a:pt x="149155" y="1345310"/>
                  <a:pt x="0" y="1196155"/>
                  <a:pt x="0" y="1012162"/>
                </a:cubicBezTo>
                <a:cubicBezTo>
                  <a:pt x="0" y="828169"/>
                  <a:pt x="149155" y="679014"/>
                  <a:pt x="333148" y="679014"/>
                </a:cubicBezTo>
                <a:lnTo>
                  <a:pt x="471885" y="679014"/>
                </a:lnTo>
                <a:lnTo>
                  <a:pt x="462414" y="664967"/>
                </a:lnTo>
                <a:lnTo>
                  <a:pt x="449537" y="601184"/>
                </a:lnTo>
                <a:lnTo>
                  <a:pt x="462414" y="537401"/>
                </a:lnTo>
                <a:cubicBezTo>
                  <a:pt x="487290" y="478587"/>
                  <a:pt x="545526" y="437320"/>
                  <a:pt x="613401" y="437320"/>
                </a:cubicBezTo>
                <a:lnTo>
                  <a:pt x="645298" y="437320"/>
                </a:lnTo>
                <a:lnTo>
                  <a:pt x="643223" y="418231"/>
                </a:lnTo>
                <a:cubicBezTo>
                  <a:pt x="643223" y="187248"/>
                  <a:pt x="845168" y="0"/>
                  <a:pt x="1094280" y="0"/>
                </a:cubicBezTo>
                <a:close/>
              </a:path>
            </a:pathLst>
          </a:custGeom>
          <a:solidFill>
            <a:srgbClr val="FFFFFF">
              <a:alpha val="3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657B42-D1B3-40DA-BD26-6A261263D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04" y="208188"/>
            <a:ext cx="6618149" cy="522446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07F729-FC78-447C-8CA4-31759B5F1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602" y="1294329"/>
            <a:ext cx="7404481" cy="360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63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28"/>
          <p:cNvGrpSpPr>
            <a:grpSpLocks/>
          </p:cNvGrpSpPr>
          <p:nvPr/>
        </p:nvGrpSpPr>
        <p:grpSpPr bwMode="auto">
          <a:xfrm>
            <a:off x="5308600" y="5815013"/>
            <a:ext cx="1266825" cy="901700"/>
            <a:chOff x="0" y="0"/>
            <a:chExt cx="2756082" cy="1960460"/>
          </a:xfrm>
        </p:grpSpPr>
        <p:grpSp>
          <p:nvGrpSpPr>
            <p:cNvPr id="9263" name="组合 29"/>
            <p:cNvGrpSpPr>
              <a:grpSpLocks/>
            </p:cNvGrpSpPr>
            <p:nvPr/>
          </p:nvGrpSpPr>
          <p:grpSpPr bwMode="auto">
            <a:xfrm>
              <a:off x="1378042" y="1"/>
              <a:ext cx="1378040" cy="1960459"/>
              <a:chOff x="0" y="0"/>
              <a:chExt cx="1378040" cy="1960459"/>
            </a:xfrm>
          </p:grpSpPr>
          <p:sp>
            <p:nvSpPr>
              <p:cNvPr id="9269" name="直角三角形 35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A8D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70" name="组合 36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71" name="直角三角形 37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72" name="等腰三角形 38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9264" name="组合 30"/>
            <p:cNvGrpSpPr>
              <a:grpSpLocks/>
            </p:cNvGrpSpPr>
            <p:nvPr/>
          </p:nvGrpSpPr>
          <p:grpSpPr bwMode="auto">
            <a:xfrm flipH="1">
              <a:off x="0" y="0"/>
              <a:ext cx="1378040" cy="1960459"/>
              <a:chOff x="0" y="0"/>
              <a:chExt cx="1378040" cy="1960459"/>
            </a:xfrm>
          </p:grpSpPr>
          <p:sp>
            <p:nvSpPr>
              <p:cNvPr id="9265" name="直角三角形 31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C4E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66" name="组合 32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67" name="直角三角形 33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68" name="等腰三角形 34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grpSp>
        <p:nvGrpSpPr>
          <p:cNvPr id="9219" name="组合 17"/>
          <p:cNvGrpSpPr>
            <a:grpSpLocks/>
          </p:cNvGrpSpPr>
          <p:nvPr/>
        </p:nvGrpSpPr>
        <p:grpSpPr bwMode="auto">
          <a:xfrm>
            <a:off x="6097588" y="5995988"/>
            <a:ext cx="1004887" cy="714375"/>
            <a:chOff x="0" y="0"/>
            <a:chExt cx="2756082" cy="1960460"/>
          </a:xfrm>
        </p:grpSpPr>
        <p:grpSp>
          <p:nvGrpSpPr>
            <p:cNvPr id="9253" name="组合 18"/>
            <p:cNvGrpSpPr>
              <a:grpSpLocks/>
            </p:cNvGrpSpPr>
            <p:nvPr/>
          </p:nvGrpSpPr>
          <p:grpSpPr bwMode="auto">
            <a:xfrm>
              <a:off x="1378042" y="1"/>
              <a:ext cx="1378040" cy="1960459"/>
              <a:chOff x="0" y="0"/>
              <a:chExt cx="1378040" cy="1960459"/>
            </a:xfrm>
          </p:grpSpPr>
          <p:sp>
            <p:nvSpPr>
              <p:cNvPr id="9259" name="直角三角形 24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A8D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60" name="组合 25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61" name="直角三角形 26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62" name="等腰三角形 27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9254" name="组合 19"/>
            <p:cNvGrpSpPr>
              <a:grpSpLocks/>
            </p:cNvGrpSpPr>
            <p:nvPr/>
          </p:nvGrpSpPr>
          <p:grpSpPr bwMode="auto">
            <a:xfrm flipH="1">
              <a:off x="0" y="0"/>
              <a:ext cx="1378040" cy="1960459"/>
              <a:chOff x="0" y="0"/>
              <a:chExt cx="1378040" cy="1960459"/>
            </a:xfrm>
          </p:grpSpPr>
          <p:sp>
            <p:nvSpPr>
              <p:cNvPr id="9255" name="直角三角形 20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C4E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56" name="组合 21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57" name="直角三角形 22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58" name="等腰三角形 23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grpSp>
        <p:nvGrpSpPr>
          <p:cNvPr id="9220" name="组合 16"/>
          <p:cNvGrpSpPr>
            <a:grpSpLocks/>
          </p:cNvGrpSpPr>
          <p:nvPr/>
        </p:nvGrpSpPr>
        <p:grpSpPr bwMode="auto">
          <a:xfrm>
            <a:off x="2854325" y="5370513"/>
            <a:ext cx="1004888" cy="714375"/>
            <a:chOff x="0" y="0"/>
            <a:chExt cx="2756082" cy="1960460"/>
          </a:xfrm>
        </p:grpSpPr>
        <p:grpSp>
          <p:nvGrpSpPr>
            <p:cNvPr id="9243" name="组合 9"/>
            <p:cNvGrpSpPr>
              <a:grpSpLocks/>
            </p:cNvGrpSpPr>
            <p:nvPr/>
          </p:nvGrpSpPr>
          <p:grpSpPr bwMode="auto">
            <a:xfrm>
              <a:off x="1378042" y="1"/>
              <a:ext cx="1378040" cy="1960459"/>
              <a:chOff x="0" y="0"/>
              <a:chExt cx="1378040" cy="1960459"/>
            </a:xfrm>
          </p:grpSpPr>
          <p:sp>
            <p:nvSpPr>
              <p:cNvPr id="9249" name="直角三角形 4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A8D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50" name="组合 8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51" name="直角三角形 7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52" name="等腰三角形 5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9244" name="组合 10"/>
            <p:cNvGrpSpPr>
              <a:grpSpLocks/>
            </p:cNvGrpSpPr>
            <p:nvPr/>
          </p:nvGrpSpPr>
          <p:grpSpPr bwMode="auto">
            <a:xfrm flipH="1">
              <a:off x="0" y="0"/>
              <a:ext cx="1378040" cy="1960459"/>
              <a:chOff x="0" y="0"/>
              <a:chExt cx="1378040" cy="1960459"/>
            </a:xfrm>
          </p:grpSpPr>
          <p:sp>
            <p:nvSpPr>
              <p:cNvPr id="9245" name="直角三角形 11"/>
              <p:cNvSpPr>
                <a:spLocks noChangeArrowheads="1"/>
              </p:cNvSpPr>
              <p:nvPr/>
            </p:nvSpPr>
            <p:spPr bwMode="auto">
              <a:xfrm>
                <a:off x="1" y="0"/>
                <a:ext cx="1378039" cy="1960459"/>
              </a:xfrm>
              <a:prstGeom prst="rtTriangle">
                <a:avLst/>
              </a:prstGeom>
              <a:solidFill>
                <a:srgbClr val="C4E0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46" name="组合 12"/>
              <p:cNvGrpSpPr>
                <a:grpSpLocks/>
              </p:cNvGrpSpPr>
              <p:nvPr/>
            </p:nvGrpSpPr>
            <p:grpSpPr bwMode="auto">
              <a:xfrm>
                <a:off x="0" y="1"/>
                <a:ext cx="502278" cy="1017430"/>
                <a:chOff x="0" y="0"/>
                <a:chExt cx="502278" cy="1017430"/>
              </a:xfrm>
            </p:grpSpPr>
            <p:sp>
              <p:nvSpPr>
                <p:cNvPr id="9247" name="直角三角形 13"/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502276" cy="70833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48" name="等腰三角形 14"/>
                <p:cNvSpPr>
                  <a:spLocks noChangeArrowheads="1"/>
                </p:cNvSpPr>
                <p:nvPr/>
              </p:nvSpPr>
              <p:spPr bwMode="auto">
                <a:xfrm rot="10800000">
                  <a:off x="0" y="708337"/>
                  <a:ext cx="502278" cy="309093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42719B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sp>
        <p:nvSpPr>
          <p:cNvPr id="9221" name="任意多边形 6"/>
          <p:cNvSpPr>
            <a:spLocks noChangeArrowheads="1"/>
          </p:cNvSpPr>
          <p:nvPr/>
        </p:nvSpPr>
        <p:spPr bwMode="auto">
          <a:xfrm>
            <a:off x="922338" y="5851525"/>
            <a:ext cx="10426700" cy="1006475"/>
          </a:xfrm>
          <a:custGeom>
            <a:avLst/>
            <a:gdLst>
              <a:gd name="T0" fmla="*/ 2073889 w 10426677"/>
              <a:gd name="T1" fmla="*/ 250 h 1006088"/>
              <a:gd name="T2" fmla="*/ 5154721 w 10426677"/>
              <a:gd name="T3" fmla="*/ 717979 h 1006088"/>
              <a:gd name="T4" fmla="*/ 8235552 w 10426677"/>
              <a:gd name="T5" fmla="*/ 295785 h 1006088"/>
              <a:gd name="T6" fmla="*/ 10366620 w 10426677"/>
              <a:gd name="T7" fmla="*/ 946465 h 1006088"/>
              <a:gd name="T8" fmla="*/ 10426700 w 10426677"/>
              <a:gd name="T9" fmla="*/ 1006475 h 1006088"/>
              <a:gd name="T10" fmla="*/ 5066 w 10426677"/>
              <a:gd name="T11" fmla="*/ 1006475 h 1006088"/>
              <a:gd name="T12" fmla="*/ 0 w 10426677"/>
              <a:gd name="T13" fmla="*/ 934681 h 1006088"/>
              <a:gd name="T14" fmla="*/ 2073889 w 10426677"/>
              <a:gd name="T15" fmla="*/ 250 h 10060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426677"/>
              <a:gd name="T25" fmla="*/ 0 h 1006088"/>
              <a:gd name="T26" fmla="*/ 10426677 w 10426677"/>
              <a:gd name="T27" fmla="*/ 1006088 h 10060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426677" h="1006088">
                <a:moveTo>
                  <a:pt x="2073884" y="250"/>
                </a:moveTo>
                <a:cubicBezTo>
                  <a:pt x="2964838" y="19007"/>
                  <a:pt x="4127768" y="668466"/>
                  <a:pt x="5154710" y="717703"/>
                </a:cubicBezTo>
                <a:cubicBezTo>
                  <a:pt x="6181652" y="766940"/>
                  <a:pt x="7410230" y="215954"/>
                  <a:pt x="8235534" y="295671"/>
                </a:cubicBezTo>
                <a:cubicBezTo>
                  <a:pt x="8802931" y="350477"/>
                  <a:pt x="10037462" y="694521"/>
                  <a:pt x="10366597" y="946101"/>
                </a:cubicBezTo>
                <a:lnTo>
                  <a:pt x="10426677" y="1006088"/>
                </a:lnTo>
                <a:lnTo>
                  <a:pt x="5066" y="1006088"/>
                </a:lnTo>
                <a:lnTo>
                  <a:pt x="0" y="934322"/>
                </a:lnTo>
                <a:cubicBezTo>
                  <a:pt x="83306" y="569552"/>
                  <a:pt x="1405669" y="-13818"/>
                  <a:pt x="2073884" y="250"/>
                </a:cubicBezTo>
                <a:close/>
              </a:path>
            </a:pathLst>
          </a:custGeom>
          <a:solidFill>
            <a:srgbClr val="F8E13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9222" name="组合 69"/>
          <p:cNvGrpSpPr>
            <a:grpSpLocks/>
          </p:cNvGrpSpPr>
          <p:nvPr/>
        </p:nvGrpSpPr>
        <p:grpSpPr bwMode="auto">
          <a:xfrm>
            <a:off x="4360862" y="3008313"/>
            <a:ext cx="3470275" cy="798512"/>
            <a:chOff x="0" y="0"/>
            <a:chExt cx="3471766" cy="797568"/>
          </a:xfrm>
        </p:grpSpPr>
        <p:sp>
          <p:nvSpPr>
            <p:cNvPr id="9241" name="圆角矩形 1"/>
            <p:cNvSpPr>
              <a:spLocks noChangeArrowheads="1"/>
            </p:cNvSpPr>
            <p:nvPr/>
          </p:nvSpPr>
          <p:spPr bwMode="auto">
            <a:xfrm>
              <a:off x="0" y="0"/>
              <a:ext cx="3471766" cy="797568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42" name="文本框 2"/>
            <p:cNvSpPr>
              <a:spLocks noChangeArrowheads="1"/>
            </p:cNvSpPr>
            <p:nvPr/>
          </p:nvSpPr>
          <p:spPr bwMode="auto">
            <a:xfrm>
              <a:off x="540684" y="44841"/>
              <a:ext cx="239039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4000" dirty="0">
                  <a:solidFill>
                    <a:schemeClr val="bg1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rPr>
                <a:t>谢谢观看</a:t>
              </a:r>
            </a:p>
          </p:txBody>
        </p:sp>
      </p:grpSp>
      <p:grpSp>
        <p:nvGrpSpPr>
          <p:cNvPr id="9223" name="组合 39"/>
          <p:cNvGrpSpPr>
            <a:grpSpLocks/>
          </p:cNvGrpSpPr>
          <p:nvPr/>
        </p:nvGrpSpPr>
        <p:grpSpPr bwMode="auto">
          <a:xfrm>
            <a:off x="2335213" y="5416550"/>
            <a:ext cx="604837" cy="539750"/>
            <a:chOff x="0" y="0"/>
            <a:chExt cx="2332712" cy="2083631"/>
          </a:xfrm>
        </p:grpSpPr>
        <p:sp>
          <p:nvSpPr>
            <p:cNvPr id="9236" name="等腰三角形 40"/>
            <p:cNvSpPr>
              <a:spLocks noChangeArrowheads="1"/>
            </p:cNvSpPr>
            <p:nvPr/>
          </p:nvSpPr>
          <p:spPr bwMode="auto">
            <a:xfrm>
              <a:off x="267324" y="0"/>
              <a:ext cx="1409076" cy="704538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7" name="等腰三角形 41"/>
            <p:cNvSpPr>
              <a:spLocks noChangeArrowheads="1"/>
            </p:cNvSpPr>
            <p:nvPr/>
          </p:nvSpPr>
          <p:spPr bwMode="auto">
            <a:xfrm>
              <a:off x="0" y="632085"/>
              <a:ext cx="1913745" cy="95687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8" name="等腰三角形 42"/>
            <p:cNvSpPr>
              <a:spLocks noChangeArrowheads="1"/>
            </p:cNvSpPr>
            <p:nvPr/>
          </p:nvSpPr>
          <p:spPr bwMode="auto">
            <a:xfrm>
              <a:off x="59959" y="272317"/>
              <a:ext cx="1793827" cy="89691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9" name="闪电形 43"/>
            <p:cNvSpPr>
              <a:spLocks noChangeArrowheads="1"/>
            </p:cNvSpPr>
            <p:nvPr/>
          </p:nvSpPr>
          <p:spPr bwMode="auto">
            <a:xfrm rot="-9511937">
              <a:off x="720285" y="279422"/>
              <a:ext cx="1612427" cy="1314924"/>
            </a:xfrm>
            <a:prstGeom prst="lightningBolt">
              <a:avLst/>
            </a:prstGeom>
            <a:solidFill>
              <a:srgbClr val="BF9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40" name="矩形 44"/>
            <p:cNvSpPr>
              <a:spLocks noChangeArrowheads="1"/>
            </p:cNvSpPr>
            <p:nvPr/>
          </p:nvSpPr>
          <p:spPr bwMode="auto">
            <a:xfrm>
              <a:off x="762001" y="1588956"/>
              <a:ext cx="479685" cy="494675"/>
            </a:xfrm>
            <a:prstGeom prst="rect">
              <a:avLst/>
            </a:prstGeom>
            <a:solidFill>
              <a:srgbClr val="874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grpSp>
        <p:nvGrpSpPr>
          <p:cNvPr id="9224" name="组合 45"/>
          <p:cNvGrpSpPr>
            <a:grpSpLocks/>
          </p:cNvGrpSpPr>
          <p:nvPr/>
        </p:nvGrpSpPr>
        <p:grpSpPr bwMode="auto">
          <a:xfrm>
            <a:off x="6915150" y="5807075"/>
            <a:ext cx="603250" cy="744538"/>
            <a:chOff x="0" y="0"/>
            <a:chExt cx="2332712" cy="2083631"/>
          </a:xfrm>
        </p:grpSpPr>
        <p:sp>
          <p:nvSpPr>
            <p:cNvPr id="9231" name="等腰三角形 46"/>
            <p:cNvSpPr>
              <a:spLocks noChangeArrowheads="1"/>
            </p:cNvSpPr>
            <p:nvPr/>
          </p:nvSpPr>
          <p:spPr bwMode="auto">
            <a:xfrm>
              <a:off x="267324" y="0"/>
              <a:ext cx="1409076" cy="704538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2" name="等腰三角形 47"/>
            <p:cNvSpPr>
              <a:spLocks noChangeArrowheads="1"/>
            </p:cNvSpPr>
            <p:nvPr/>
          </p:nvSpPr>
          <p:spPr bwMode="auto">
            <a:xfrm>
              <a:off x="0" y="632085"/>
              <a:ext cx="1913745" cy="95687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3" name="等腰三角形 48"/>
            <p:cNvSpPr>
              <a:spLocks noChangeArrowheads="1"/>
            </p:cNvSpPr>
            <p:nvPr/>
          </p:nvSpPr>
          <p:spPr bwMode="auto">
            <a:xfrm>
              <a:off x="59959" y="272317"/>
              <a:ext cx="1793827" cy="896912"/>
            </a:xfrm>
            <a:prstGeom prst="triangle">
              <a:avLst>
                <a:gd name="adj" fmla="val 50000"/>
              </a:avLst>
            </a:prstGeom>
            <a:solidFill>
              <a:srgbClr val="F8E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4" name="闪电形 49"/>
            <p:cNvSpPr>
              <a:spLocks noChangeArrowheads="1"/>
            </p:cNvSpPr>
            <p:nvPr/>
          </p:nvSpPr>
          <p:spPr bwMode="auto">
            <a:xfrm rot="-9511937">
              <a:off x="720285" y="279422"/>
              <a:ext cx="1612427" cy="1314924"/>
            </a:xfrm>
            <a:prstGeom prst="lightningBolt">
              <a:avLst/>
            </a:prstGeom>
            <a:solidFill>
              <a:srgbClr val="BF9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5" name="矩形 50"/>
            <p:cNvSpPr>
              <a:spLocks noChangeArrowheads="1"/>
            </p:cNvSpPr>
            <p:nvPr/>
          </p:nvSpPr>
          <p:spPr bwMode="auto">
            <a:xfrm>
              <a:off x="893089" y="1588956"/>
              <a:ext cx="265923" cy="494675"/>
            </a:xfrm>
            <a:prstGeom prst="rect">
              <a:avLst/>
            </a:prstGeom>
            <a:solidFill>
              <a:srgbClr val="874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9225" name="任意多边形 62"/>
          <p:cNvSpPr>
            <a:spLocks noChangeArrowheads="1"/>
          </p:cNvSpPr>
          <p:nvPr/>
        </p:nvSpPr>
        <p:spPr bwMode="auto">
          <a:xfrm>
            <a:off x="1616075" y="1050925"/>
            <a:ext cx="1557338" cy="911225"/>
          </a:xfrm>
          <a:custGeom>
            <a:avLst/>
            <a:gdLst>
              <a:gd name="T0" fmla="*/ 742326 w 2295707"/>
              <a:gd name="T1" fmla="*/ 0 h 1345310"/>
              <a:gd name="T2" fmla="*/ 1042093 w 2295707"/>
              <a:gd name="T3" fmla="*/ 226191 h 1345310"/>
              <a:gd name="T4" fmla="*/ 1046744 w 2295707"/>
              <a:gd name="T5" fmla="*/ 268904 h 1345310"/>
              <a:gd name="T6" fmla="*/ 1055049 w 2295707"/>
              <a:gd name="T7" fmla="*/ 264918 h 1345310"/>
              <a:gd name="T8" fmla="*/ 1124579 w 2295707"/>
              <a:gd name="T9" fmla="*/ 254422 h 1345310"/>
              <a:gd name="T10" fmla="*/ 1353645 w 2295707"/>
              <a:gd name="T11" fmla="*/ 440832 h 1345310"/>
              <a:gd name="T12" fmla="*/ 1355822 w 2295707"/>
              <a:gd name="T13" fmla="*/ 462384 h 1345310"/>
              <a:gd name="T14" fmla="*/ 1376887 w 2295707"/>
              <a:gd name="T15" fmla="*/ 464504 h 1345310"/>
              <a:gd name="T16" fmla="*/ 1557338 w 2295707"/>
              <a:gd name="T17" fmla="*/ 685572 h 1345310"/>
              <a:gd name="T18" fmla="*/ 1331341 w 2295707"/>
              <a:gd name="T19" fmla="*/ 911225 h 1345310"/>
              <a:gd name="T20" fmla="*/ 225997 w 2295707"/>
              <a:gd name="T21" fmla="*/ 911225 h 1345310"/>
              <a:gd name="T22" fmla="*/ 0 w 2295707"/>
              <a:gd name="T23" fmla="*/ 685572 h 1345310"/>
              <a:gd name="T24" fmla="*/ 225997 w 2295707"/>
              <a:gd name="T25" fmla="*/ 459920 h 1345310"/>
              <a:gd name="T26" fmla="*/ 320112 w 2295707"/>
              <a:gd name="T27" fmla="*/ 459920 h 1345310"/>
              <a:gd name="T28" fmla="*/ 313688 w 2295707"/>
              <a:gd name="T29" fmla="*/ 450405 h 1345310"/>
              <a:gd name="T30" fmla="*/ 304952 w 2295707"/>
              <a:gd name="T31" fmla="*/ 407203 h 1345310"/>
              <a:gd name="T32" fmla="*/ 313688 w 2295707"/>
              <a:gd name="T33" fmla="*/ 364000 h 1345310"/>
              <a:gd name="T34" fmla="*/ 416113 w 2295707"/>
              <a:gd name="T35" fmla="*/ 296212 h 1345310"/>
              <a:gd name="T36" fmla="*/ 437751 w 2295707"/>
              <a:gd name="T37" fmla="*/ 296212 h 1345310"/>
              <a:gd name="T38" fmla="*/ 436343 w 2295707"/>
              <a:gd name="T39" fmla="*/ 283282 h 1345310"/>
              <a:gd name="T40" fmla="*/ 742326 w 2295707"/>
              <a:gd name="T41" fmla="*/ 0 h 13453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95707"/>
              <a:gd name="T64" fmla="*/ 0 h 1345310"/>
              <a:gd name="T65" fmla="*/ 2295707 w 2295707"/>
              <a:gd name="T66" fmla="*/ 1345310 h 13453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95707" h="1345310">
                <a:moveTo>
                  <a:pt x="1094280" y="0"/>
                </a:moveTo>
                <a:cubicBezTo>
                  <a:pt x="1312253" y="0"/>
                  <a:pt x="1494114" y="143362"/>
                  <a:pt x="1536173" y="333943"/>
                </a:cubicBezTo>
                <a:lnTo>
                  <a:pt x="1543029" y="397003"/>
                </a:lnTo>
                <a:lnTo>
                  <a:pt x="1555271" y="391118"/>
                </a:lnTo>
                <a:cubicBezTo>
                  <a:pt x="1587649" y="381047"/>
                  <a:pt x="1622075" y="375622"/>
                  <a:pt x="1657767" y="375622"/>
                </a:cubicBezTo>
                <a:cubicBezTo>
                  <a:pt x="1824331" y="375622"/>
                  <a:pt x="1963300" y="493771"/>
                  <a:pt x="1995439" y="650834"/>
                </a:cubicBezTo>
                <a:lnTo>
                  <a:pt x="1998647" y="682652"/>
                </a:lnTo>
                <a:lnTo>
                  <a:pt x="2029700" y="685782"/>
                </a:lnTo>
                <a:cubicBezTo>
                  <a:pt x="2181510" y="716847"/>
                  <a:pt x="2295707" y="851168"/>
                  <a:pt x="2295707" y="1012162"/>
                </a:cubicBezTo>
                <a:cubicBezTo>
                  <a:pt x="2295707" y="1196155"/>
                  <a:pt x="2146552" y="1345310"/>
                  <a:pt x="1962559" y="1345310"/>
                </a:cubicBezTo>
                <a:lnTo>
                  <a:pt x="333148" y="1345310"/>
                </a:lnTo>
                <a:cubicBezTo>
                  <a:pt x="149155" y="1345310"/>
                  <a:pt x="0" y="1196155"/>
                  <a:pt x="0" y="1012162"/>
                </a:cubicBezTo>
                <a:cubicBezTo>
                  <a:pt x="0" y="828169"/>
                  <a:pt x="149155" y="679014"/>
                  <a:pt x="333148" y="679014"/>
                </a:cubicBezTo>
                <a:lnTo>
                  <a:pt x="471885" y="679014"/>
                </a:lnTo>
                <a:lnTo>
                  <a:pt x="462414" y="664967"/>
                </a:lnTo>
                <a:lnTo>
                  <a:pt x="449537" y="601184"/>
                </a:lnTo>
                <a:lnTo>
                  <a:pt x="462414" y="537401"/>
                </a:lnTo>
                <a:cubicBezTo>
                  <a:pt x="487290" y="478587"/>
                  <a:pt x="545526" y="437320"/>
                  <a:pt x="613401" y="437320"/>
                </a:cubicBezTo>
                <a:lnTo>
                  <a:pt x="645298" y="437320"/>
                </a:lnTo>
                <a:lnTo>
                  <a:pt x="643223" y="418231"/>
                </a:lnTo>
                <a:cubicBezTo>
                  <a:pt x="643223" y="187248"/>
                  <a:pt x="845168" y="0"/>
                  <a:pt x="1094280" y="0"/>
                </a:cubicBezTo>
                <a:close/>
              </a:path>
            </a:pathLst>
          </a:custGeom>
          <a:solidFill>
            <a:srgbClr val="FFFFFF">
              <a:alpha val="3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9226" name="任意多边形 65"/>
          <p:cNvSpPr>
            <a:spLocks noChangeArrowheads="1"/>
          </p:cNvSpPr>
          <p:nvPr/>
        </p:nvSpPr>
        <p:spPr bwMode="auto">
          <a:xfrm>
            <a:off x="9344025" y="2095500"/>
            <a:ext cx="1555750" cy="912813"/>
          </a:xfrm>
          <a:custGeom>
            <a:avLst/>
            <a:gdLst>
              <a:gd name="T0" fmla="*/ 741569 w 2295707"/>
              <a:gd name="T1" fmla="*/ 0 h 1345310"/>
              <a:gd name="T2" fmla="*/ 1041031 w 2295707"/>
              <a:gd name="T3" fmla="*/ 226585 h 1345310"/>
              <a:gd name="T4" fmla="*/ 1045677 w 2295707"/>
              <a:gd name="T5" fmla="*/ 269372 h 1345310"/>
              <a:gd name="T6" fmla="*/ 1053973 w 2295707"/>
              <a:gd name="T7" fmla="*/ 265379 h 1345310"/>
              <a:gd name="T8" fmla="*/ 1123432 w 2295707"/>
              <a:gd name="T9" fmla="*/ 254865 h 1345310"/>
              <a:gd name="T10" fmla="*/ 1352265 w 2295707"/>
              <a:gd name="T11" fmla="*/ 441601 h 1345310"/>
              <a:gd name="T12" fmla="*/ 1354439 w 2295707"/>
              <a:gd name="T13" fmla="*/ 463190 h 1345310"/>
              <a:gd name="T14" fmla="*/ 1375483 w 2295707"/>
              <a:gd name="T15" fmla="*/ 465313 h 1345310"/>
              <a:gd name="T16" fmla="*/ 1555750 w 2295707"/>
              <a:gd name="T17" fmla="*/ 686767 h 1345310"/>
              <a:gd name="T18" fmla="*/ 1329983 w 2295707"/>
              <a:gd name="T19" fmla="*/ 912813 h 1345310"/>
              <a:gd name="T20" fmla="*/ 225767 w 2295707"/>
              <a:gd name="T21" fmla="*/ 912813 h 1345310"/>
              <a:gd name="T22" fmla="*/ 0 w 2295707"/>
              <a:gd name="T23" fmla="*/ 686767 h 1345310"/>
              <a:gd name="T24" fmla="*/ 225767 w 2295707"/>
              <a:gd name="T25" fmla="*/ 460721 h 1345310"/>
              <a:gd name="T26" fmla="*/ 319786 w 2295707"/>
              <a:gd name="T27" fmla="*/ 460721 h 1345310"/>
              <a:gd name="T28" fmla="*/ 313368 w 2295707"/>
              <a:gd name="T29" fmla="*/ 451190 h 1345310"/>
              <a:gd name="T30" fmla="*/ 304641 w 2295707"/>
              <a:gd name="T31" fmla="*/ 407912 h 1345310"/>
              <a:gd name="T32" fmla="*/ 313368 w 2295707"/>
              <a:gd name="T33" fmla="*/ 364635 h 1345310"/>
              <a:gd name="T34" fmla="*/ 415688 w 2295707"/>
              <a:gd name="T35" fmla="*/ 296728 h 1345310"/>
              <a:gd name="T36" fmla="*/ 437304 w 2295707"/>
              <a:gd name="T37" fmla="*/ 296728 h 1345310"/>
              <a:gd name="T38" fmla="*/ 435898 w 2295707"/>
              <a:gd name="T39" fmla="*/ 283776 h 1345310"/>
              <a:gd name="T40" fmla="*/ 741569 w 2295707"/>
              <a:gd name="T41" fmla="*/ 0 h 13453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95707"/>
              <a:gd name="T64" fmla="*/ 0 h 1345310"/>
              <a:gd name="T65" fmla="*/ 2295707 w 2295707"/>
              <a:gd name="T66" fmla="*/ 1345310 h 13453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95707" h="1345310">
                <a:moveTo>
                  <a:pt x="1094280" y="0"/>
                </a:moveTo>
                <a:cubicBezTo>
                  <a:pt x="1312253" y="0"/>
                  <a:pt x="1494114" y="143362"/>
                  <a:pt x="1536173" y="333943"/>
                </a:cubicBezTo>
                <a:lnTo>
                  <a:pt x="1543029" y="397003"/>
                </a:lnTo>
                <a:lnTo>
                  <a:pt x="1555271" y="391118"/>
                </a:lnTo>
                <a:cubicBezTo>
                  <a:pt x="1587649" y="381047"/>
                  <a:pt x="1622075" y="375622"/>
                  <a:pt x="1657767" y="375622"/>
                </a:cubicBezTo>
                <a:cubicBezTo>
                  <a:pt x="1824331" y="375622"/>
                  <a:pt x="1963300" y="493771"/>
                  <a:pt x="1995439" y="650834"/>
                </a:cubicBezTo>
                <a:lnTo>
                  <a:pt x="1998647" y="682652"/>
                </a:lnTo>
                <a:lnTo>
                  <a:pt x="2029700" y="685782"/>
                </a:lnTo>
                <a:cubicBezTo>
                  <a:pt x="2181510" y="716847"/>
                  <a:pt x="2295707" y="851168"/>
                  <a:pt x="2295707" y="1012162"/>
                </a:cubicBezTo>
                <a:cubicBezTo>
                  <a:pt x="2295707" y="1196155"/>
                  <a:pt x="2146552" y="1345310"/>
                  <a:pt x="1962559" y="1345310"/>
                </a:cubicBezTo>
                <a:lnTo>
                  <a:pt x="333148" y="1345310"/>
                </a:lnTo>
                <a:cubicBezTo>
                  <a:pt x="149155" y="1345310"/>
                  <a:pt x="0" y="1196155"/>
                  <a:pt x="0" y="1012162"/>
                </a:cubicBezTo>
                <a:cubicBezTo>
                  <a:pt x="0" y="828169"/>
                  <a:pt x="149155" y="679014"/>
                  <a:pt x="333148" y="679014"/>
                </a:cubicBezTo>
                <a:lnTo>
                  <a:pt x="471885" y="679014"/>
                </a:lnTo>
                <a:lnTo>
                  <a:pt x="462414" y="664967"/>
                </a:lnTo>
                <a:lnTo>
                  <a:pt x="449537" y="601184"/>
                </a:lnTo>
                <a:lnTo>
                  <a:pt x="462414" y="537401"/>
                </a:lnTo>
                <a:cubicBezTo>
                  <a:pt x="487290" y="478587"/>
                  <a:pt x="545526" y="437320"/>
                  <a:pt x="613401" y="437320"/>
                </a:cubicBezTo>
                <a:lnTo>
                  <a:pt x="645298" y="437320"/>
                </a:lnTo>
                <a:lnTo>
                  <a:pt x="643223" y="418231"/>
                </a:lnTo>
                <a:cubicBezTo>
                  <a:pt x="643223" y="187248"/>
                  <a:pt x="845168" y="0"/>
                  <a:pt x="1094280" y="0"/>
                </a:cubicBezTo>
                <a:close/>
              </a:path>
            </a:pathLst>
          </a:custGeom>
          <a:solidFill>
            <a:srgbClr val="FFFFFF">
              <a:alpha val="3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9227" name="任意多边形 66"/>
          <p:cNvSpPr>
            <a:spLocks noChangeArrowheads="1"/>
          </p:cNvSpPr>
          <p:nvPr/>
        </p:nvSpPr>
        <p:spPr bwMode="auto">
          <a:xfrm flipH="1">
            <a:off x="2682875" y="4568825"/>
            <a:ext cx="711200" cy="417513"/>
          </a:xfrm>
          <a:custGeom>
            <a:avLst/>
            <a:gdLst>
              <a:gd name="T0" fmla="*/ 339003 w 2295707"/>
              <a:gd name="T1" fmla="*/ 0 h 1345310"/>
              <a:gd name="T2" fmla="*/ 475900 w 2295707"/>
              <a:gd name="T3" fmla="*/ 103638 h 1345310"/>
              <a:gd name="T4" fmla="*/ 478024 w 2295707"/>
              <a:gd name="T5" fmla="*/ 123209 h 1345310"/>
              <a:gd name="T6" fmla="*/ 481816 w 2295707"/>
              <a:gd name="T7" fmla="*/ 121382 h 1345310"/>
              <a:gd name="T8" fmla="*/ 513569 w 2295707"/>
              <a:gd name="T9" fmla="*/ 116573 h 1345310"/>
              <a:gd name="T10" fmla="*/ 618178 w 2295707"/>
              <a:gd name="T11" fmla="*/ 201984 h 1345310"/>
              <a:gd name="T12" fmla="*/ 619172 w 2295707"/>
              <a:gd name="T13" fmla="*/ 211859 h 1345310"/>
              <a:gd name="T14" fmla="*/ 628792 w 2295707"/>
              <a:gd name="T15" fmla="*/ 212830 h 1345310"/>
              <a:gd name="T16" fmla="*/ 711200 w 2295707"/>
              <a:gd name="T17" fmla="*/ 314121 h 1345310"/>
              <a:gd name="T18" fmla="*/ 607992 w 2295707"/>
              <a:gd name="T19" fmla="*/ 417513 h 1345310"/>
              <a:gd name="T20" fmla="*/ 103208 w 2295707"/>
              <a:gd name="T21" fmla="*/ 417513 h 1345310"/>
              <a:gd name="T22" fmla="*/ 0 w 2295707"/>
              <a:gd name="T23" fmla="*/ 314121 h 1345310"/>
              <a:gd name="T24" fmla="*/ 103208 w 2295707"/>
              <a:gd name="T25" fmla="*/ 210730 h 1345310"/>
              <a:gd name="T26" fmla="*/ 146188 w 2295707"/>
              <a:gd name="T27" fmla="*/ 210730 h 1345310"/>
              <a:gd name="T28" fmla="*/ 143254 w 2295707"/>
              <a:gd name="T29" fmla="*/ 206371 h 1345310"/>
              <a:gd name="T30" fmla="*/ 139265 w 2295707"/>
              <a:gd name="T31" fmla="*/ 186576 h 1345310"/>
              <a:gd name="T32" fmla="*/ 143254 w 2295707"/>
              <a:gd name="T33" fmla="*/ 166781 h 1345310"/>
              <a:gd name="T34" fmla="*/ 190029 w 2295707"/>
              <a:gd name="T35" fmla="*/ 135721 h 1345310"/>
              <a:gd name="T36" fmla="*/ 199911 w 2295707"/>
              <a:gd name="T37" fmla="*/ 135721 h 1345310"/>
              <a:gd name="T38" fmla="*/ 199268 w 2295707"/>
              <a:gd name="T39" fmla="*/ 129797 h 1345310"/>
              <a:gd name="T40" fmla="*/ 339003 w 2295707"/>
              <a:gd name="T41" fmla="*/ 0 h 13453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95707"/>
              <a:gd name="T64" fmla="*/ 0 h 1345310"/>
              <a:gd name="T65" fmla="*/ 2295707 w 2295707"/>
              <a:gd name="T66" fmla="*/ 1345310 h 13453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95707" h="1345310">
                <a:moveTo>
                  <a:pt x="1094280" y="0"/>
                </a:moveTo>
                <a:cubicBezTo>
                  <a:pt x="1312253" y="0"/>
                  <a:pt x="1494114" y="143362"/>
                  <a:pt x="1536173" y="333943"/>
                </a:cubicBezTo>
                <a:lnTo>
                  <a:pt x="1543029" y="397003"/>
                </a:lnTo>
                <a:lnTo>
                  <a:pt x="1555271" y="391118"/>
                </a:lnTo>
                <a:cubicBezTo>
                  <a:pt x="1587649" y="381047"/>
                  <a:pt x="1622075" y="375622"/>
                  <a:pt x="1657767" y="375622"/>
                </a:cubicBezTo>
                <a:cubicBezTo>
                  <a:pt x="1824331" y="375622"/>
                  <a:pt x="1963300" y="493771"/>
                  <a:pt x="1995439" y="650834"/>
                </a:cubicBezTo>
                <a:lnTo>
                  <a:pt x="1998647" y="682652"/>
                </a:lnTo>
                <a:lnTo>
                  <a:pt x="2029700" y="685782"/>
                </a:lnTo>
                <a:cubicBezTo>
                  <a:pt x="2181510" y="716847"/>
                  <a:pt x="2295707" y="851168"/>
                  <a:pt x="2295707" y="1012162"/>
                </a:cubicBezTo>
                <a:cubicBezTo>
                  <a:pt x="2295707" y="1196155"/>
                  <a:pt x="2146552" y="1345310"/>
                  <a:pt x="1962559" y="1345310"/>
                </a:cubicBezTo>
                <a:lnTo>
                  <a:pt x="333148" y="1345310"/>
                </a:lnTo>
                <a:cubicBezTo>
                  <a:pt x="149155" y="1345310"/>
                  <a:pt x="0" y="1196155"/>
                  <a:pt x="0" y="1012162"/>
                </a:cubicBezTo>
                <a:cubicBezTo>
                  <a:pt x="0" y="828169"/>
                  <a:pt x="149155" y="679014"/>
                  <a:pt x="333148" y="679014"/>
                </a:cubicBezTo>
                <a:lnTo>
                  <a:pt x="471885" y="679014"/>
                </a:lnTo>
                <a:lnTo>
                  <a:pt x="462414" y="664967"/>
                </a:lnTo>
                <a:lnTo>
                  <a:pt x="449537" y="601184"/>
                </a:lnTo>
                <a:lnTo>
                  <a:pt x="462414" y="537401"/>
                </a:lnTo>
                <a:cubicBezTo>
                  <a:pt x="487290" y="478587"/>
                  <a:pt x="545526" y="437320"/>
                  <a:pt x="613401" y="437320"/>
                </a:cubicBezTo>
                <a:lnTo>
                  <a:pt x="645298" y="437320"/>
                </a:lnTo>
                <a:lnTo>
                  <a:pt x="643223" y="418231"/>
                </a:lnTo>
                <a:cubicBezTo>
                  <a:pt x="643223" y="187248"/>
                  <a:pt x="845168" y="0"/>
                  <a:pt x="1094280" y="0"/>
                </a:cubicBezTo>
                <a:close/>
              </a:path>
            </a:pathLst>
          </a:custGeom>
          <a:solidFill>
            <a:srgbClr val="FFFFFF">
              <a:alpha val="3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17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微软雅黑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630</Words>
  <Application>Microsoft Office PowerPoint</Application>
  <PresentationFormat>宽屏</PresentationFormat>
  <Paragraphs>64</Paragraphs>
  <Slides>17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Raleway</vt:lpstr>
      <vt:lpstr>宋体</vt:lpstr>
      <vt:lpstr>微软雅黑</vt:lpstr>
      <vt:lpstr>Arial</vt:lpstr>
      <vt:lpstr>Calibri</vt:lpstr>
      <vt:lpstr>Office 主题</vt:lpstr>
      <vt:lpstr>PowerPoint 演示文稿</vt:lpstr>
      <vt:lpstr>PowerPoint 演示文稿</vt:lpstr>
      <vt:lpstr>任务分解</vt:lpstr>
      <vt:lpstr>没有困难的任务，只有勇敢的码农</vt:lpstr>
      <vt:lpstr>学习资源</vt:lpstr>
      <vt:lpstr>效果展示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19</cp:revision>
  <dcterms:created xsi:type="dcterms:W3CDTF">2020-12-07T15:31:07Z</dcterms:created>
  <dcterms:modified xsi:type="dcterms:W3CDTF">2020-12-08T01:58:25Z</dcterms:modified>
</cp:coreProperties>
</file>